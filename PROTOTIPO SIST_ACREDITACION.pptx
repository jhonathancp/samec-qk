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61" r:id="rId3"/>
    <p:sldId id="1509" r:id="rId4"/>
    <p:sldId id="1543" r:id="rId5"/>
    <p:sldId id="1468" r:id="rId6"/>
    <p:sldId id="1556" r:id="rId7"/>
    <p:sldId id="1542" r:id="rId8"/>
    <p:sldId id="1514" r:id="rId9"/>
    <p:sldId id="1515" r:id="rId10"/>
    <p:sldId id="1532" r:id="rId11"/>
    <p:sldId id="1516" r:id="rId12"/>
    <p:sldId id="1517" r:id="rId13"/>
    <p:sldId id="1534" r:id="rId14"/>
    <p:sldId id="1535" r:id="rId15"/>
    <p:sldId id="1536" r:id="rId16"/>
    <p:sldId id="1533" r:id="rId17"/>
    <p:sldId id="1537" r:id="rId18"/>
    <p:sldId id="1538" r:id="rId19"/>
    <p:sldId id="1539" r:id="rId20"/>
    <p:sldId id="1540" r:id="rId21"/>
    <p:sldId id="1541" r:id="rId22"/>
    <p:sldId id="1475" r:id="rId23"/>
    <p:sldId id="1476" r:id="rId24"/>
    <p:sldId id="1477" r:id="rId25"/>
    <p:sldId id="1518" r:id="rId26"/>
    <p:sldId id="1519" r:id="rId27"/>
    <p:sldId id="1512" r:id="rId28"/>
    <p:sldId id="1511" r:id="rId29"/>
    <p:sldId id="1523" r:id="rId30"/>
    <p:sldId id="1494" r:id="rId31"/>
    <p:sldId id="1495" r:id="rId32"/>
    <p:sldId id="1547" r:id="rId33"/>
    <p:sldId id="1496" r:id="rId34"/>
    <p:sldId id="1549" r:id="rId35"/>
    <p:sldId id="1550" r:id="rId36"/>
    <p:sldId id="1548" r:id="rId37"/>
    <p:sldId id="1497" r:id="rId38"/>
    <p:sldId id="1554" r:id="rId39"/>
    <p:sldId id="1544" r:id="rId40"/>
    <p:sldId id="1472" r:id="rId41"/>
    <p:sldId id="1473" r:id="rId42"/>
    <p:sldId id="1552" r:id="rId43"/>
    <p:sldId id="1474" r:id="rId44"/>
    <p:sldId id="1553" r:id="rId45"/>
    <p:sldId id="263" r:id="rId4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1" roundtripDataSignature="AMtx7mj31H13ZUVWLDr/UDjOLjmztT4u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28"/>
    <a:srgbClr val="22375C"/>
    <a:srgbClr val="99C9FF"/>
    <a:srgbClr val="CCCCFF"/>
    <a:srgbClr val="1CADE4"/>
    <a:srgbClr val="FFE6CD"/>
    <a:srgbClr val="FFF4DA"/>
    <a:srgbClr val="FFFFE1"/>
    <a:srgbClr val="1D6295"/>
    <a:srgbClr val="7DE2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929" autoAdjust="0"/>
  </p:normalViewPr>
  <p:slideViewPr>
    <p:cSldViewPr snapToGrid="0">
      <p:cViewPr varScale="1">
        <p:scale>
          <a:sx n="117" d="100"/>
          <a:sy n="117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77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10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5AD81C-E932-4B0B-AF27-92DF667AEFA3}" type="doc">
      <dgm:prSet loTypeId="urn:microsoft.com/office/officeart/2005/8/layout/hProcess11" loCatId="process" qsTypeId="urn:microsoft.com/office/officeart/2005/8/quickstyle/simple5" qsCatId="simple" csTypeId="urn:microsoft.com/office/officeart/2005/8/colors/accent4_4" csCatId="accent4" phldr="1"/>
      <dgm:spPr/>
    </dgm:pt>
    <dgm:pt modelId="{DD279F2B-3E60-40F5-ACA1-65DB31EF85F9}">
      <dgm:prSet phldrT="[Texto]" custT="1"/>
      <dgm:spPr/>
      <dgm:t>
        <a:bodyPr/>
        <a:lstStyle/>
        <a:p>
          <a:r>
            <a:rPr lang="es-MX" sz="1600"/>
            <a:t>Cumplimiento de Procesos Institucionales orientado a la Acreditación</a:t>
          </a:r>
          <a:endParaRPr lang="es-PE" sz="1600"/>
        </a:p>
      </dgm:t>
    </dgm:pt>
    <dgm:pt modelId="{3CE4F55C-FD2F-4019-9A73-89CD742A7C5A}" type="parTrans" cxnId="{48398E53-670B-45B2-A4F4-655C3A8EFB09}">
      <dgm:prSet/>
      <dgm:spPr/>
      <dgm:t>
        <a:bodyPr/>
        <a:lstStyle/>
        <a:p>
          <a:endParaRPr lang="es-PE" sz="1600"/>
        </a:p>
      </dgm:t>
    </dgm:pt>
    <dgm:pt modelId="{E1F58299-1679-4B6F-85B7-391DE6F810DE}" type="sibTrans" cxnId="{48398E53-670B-45B2-A4F4-655C3A8EFB09}">
      <dgm:prSet/>
      <dgm:spPr/>
      <dgm:t>
        <a:bodyPr/>
        <a:lstStyle/>
        <a:p>
          <a:endParaRPr lang="es-PE" sz="1600"/>
        </a:p>
      </dgm:t>
    </dgm:pt>
    <dgm:pt modelId="{4B97EF20-5515-4911-921E-F41FDE6CC556}">
      <dgm:prSet phldrT="[Texto]" custT="1"/>
      <dgm:spPr/>
      <dgm:t>
        <a:bodyPr/>
        <a:lstStyle/>
        <a:p>
          <a:r>
            <a:rPr lang="es-MX" sz="1600"/>
            <a:t>Documentación del proceso autoevaluación</a:t>
          </a:r>
          <a:endParaRPr lang="es-PE" sz="1600"/>
        </a:p>
      </dgm:t>
    </dgm:pt>
    <dgm:pt modelId="{6A0D3E1E-40A5-440D-A3CA-491A35042464}" type="parTrans" cxnId="{B5BA9721-EC27-4C58-844D-0BB04A27A4C6}">
      <dgm:prSet/>
      <dgm:spPr/>
      <dgm:t>
        <a:bodyPr/>
        <a:lstStyle/>
        <a:p>
          <a:endParaRPr lang="es-PE" sz="1600"/>
        </a:p>
      </dgm:t>
    </dgm:pt>
    <dgm:pt modelId="{64DA33A1-234F-4F1F-A76C-CE2065C9A965}" type="sibTrans" cxnId="{B5BA9721-EC27-4C58-844D-0BB04A27A4C6}">
      <dgm:prSet/>
      <dgm:spPr/>
      <dgm:t>
        <a:bodyPr/>
        <a:lstStyle/>
        <a:p>
          <a:endParaRPr lang="es-PE" sz="1600"/>
        </a:p>
      </dgm:t>
    </dgm:pt>
    <dgm:pt modelId="{CBB6DF9B-D816-470A-AAEB-1F7DCA8ED789}">
      <dgm:prSet phldrT="[Texto]" custT="1"/>
      <dgm:spPr/>
      <dgm:t>
        <a:bodyPr/>
        <a:lstStyle/>
        <a:p>
          <a:r>
            <a:rPr lang="es-MX" sz="1600"/>
            <a:t>Documentación para sustento de criterios</a:t>
          </a:r>
          <a:endParaRPr lang="es-PE" sz="1600"/>
        </a:p>
      </dgm:t>
    </dgm:pt>
    <dgm:pt modelId="{DA695EB8-B5F5-492F-AC4E-7687053CEF8F}" type="parTrans" cxnId="{78286D55-68D3-469F-8856-805A219F5FE3}">
      <dgm:prSet/>
      <dgm:spPr/>
      <dgm:t>
        <a:bodyPr/>
        <a:lstStyle/>
        <a:p>
          <a:endParaRPr lang="es-PE" sz="1600"/>
        </a:p>
      </dgm:t>
    </dgm:pt>
    <dgm:pt modelId="{4A5B015B-98B7-4408-866B-690B56A08208}" type="sibTrans" cxnId="{78286D55-68D3-469F-8856-805A219F5FE3}">
      <dgm:prSet/>
      <dgm:spPr/>
      <dgm:t>
        <a:bodyPr/>
        <a:lstStyle/>
        <a:p>
          <a:endParaRPr lang="es-PE" sz="1600"/>
        </a:p>
      </dgm:t>
    </dgm:pt>
    <dgm:pt modelId="{BD657EAA-6903-4FC9-952A-98F3E4EA8EBD}" type="pres">
      <dgm:prSet presAssocID="{9D5AD81C-E932-4B0B-AF27-92DF667AEFA3}" presName="Name0" presStyleCnt="0">
        <dgm:presLayoutVars>
          <dgm:dir/>
          <dgm:resizeHandles val="exact"/>
        </dgm:presLayoutVars>
      </dgm:prSet>
      <dgm:spPr/>
    </dgm:pt>
    <dgm:pt modelId="{FF1E4693-3F64-43F8-A3BE-FCAE9DC4D69E}" type="pres">
      <dgm:prSet presAssocID="{9D5AD81C-E932-4B0B-AF27-92DF667AEFA3}" presName="arrow" presStyleLbl="bgShp" presStyleIdx="0" presStyleCnt="1" custScaleY="57234" custLinFactNeighborX="-191" custLinFactNeighborY="-9761"/>
      <dgm:spPr/>
    </dgm:pt>
    <dgm:pt modelId="{421F4B12-BC40-4A3F-A308-AE6F6F183526}" type="pres">
      <dgm:prSet presAssocID="{9D5AD81C-E932-4B0B-AF27-92DF667AEFA3}" presName="points" presStyleCnt="0"/>
      <dgm:spPr/>
    </dgm:pt>
    <dgm:pt modelId="{A031506C-7A6A-47B9-9A48-AC23AB29F99C}" type="pres">
      <dgm:prSet presAssocID="{DD279F2B-3E60-40F5-ACA1-65DB31EF85F9}" presName="compositeA" presStyleCnt="0"/>
      <dgm:spPr/>
    </dgm:pt>
    <dgm:pt modelId="{442D1713-2654-4F03-8CD3-BC9DDF133B88}" type="pres">
      <dgm:prSet presAssocID="{DD279F2B-3E60-40F5-ACA1-65DB31EF85F9}" presName="textA" presStyleLbl="revTx" presStyleIdx="0" presStyleCnt="3" custScaleX="118997" custScaleY="27245" custLinFactNeighborX="-158" custLinFactNeighborY="59311">
        <dgm:presLayoutVars>
          <dgm:bulletEnabled val="1"/>
        </dgm:presLayoutVars>
      </dgm:prSet>
      <dgm:spPr/>
    </dgm:pt>
    <dgm:pt modelId="{193A3249-2A21-442F-BEE6-A1F673868B1C}" type="pres">
      <dgm:prSet presAssocID="{DD279F2B-3E60-40F5-ACA1-65DB31EF85F9}" presName="circleA" presStyleLbl="node1" presStyleIdx="0" presStyleCnt="3" custLinFactNeighborX="22158" custLinFactNeighborY="30991"/>
      <dgm:spPr/>
    </dgm:pt>
    <dgm:pt modelId="{E31D88F7-4669-4780-84B6-D120DC07385C}" type="pres">
      <dgm:prSet presAssocID="{DD279F2B-3E60-40F5-ACA1-65DB31EF85F9}" presName="spaceA" presStyleCnt="0"/>
      <dgm:spPr/>
    </dgm:pt>
    <dgm:pt modelId="{C5D871F9-BC8D-4AFD-A559-79151934B9DA}" type="pres">
      <dgm:prSet presAssocID="{E1F58299-1679-4B6F-85B7-391DE6F810DE}" presName="space" presStyleCnt="0"/>
      <dgm:spPr/>
    </dgm:pt>
    <dgm:pt modelId="{0A7BEDD9-BB33-4CC7-976B-152F1A955F92}" type="pres">
      <dgm:prSet presAssocID="{4B97EF20-5515-4911-921E-F41FDE6CC556}" presName="compositeB" presStyleCnt="0"/>
      <dgm:spPr/>
    </dgm:pt>
    <dgm:pt modelId="{1B781197-B00D-4A1E-B724-DCE62EA946C2}" type="pres">
      <dgm:prSet presAssocID="{4B97EF20-5515-4911-921E-F41FDE6CC556}" presName="textB" presStyleLbl="revTx" presStyleIdx="1" presStyleCnt="3" custScaleX="110564" custScaleY="34091" custLinFactY="-48702" custLinFactNeighborX="8962" custLinFactNeighborY="-100000">
        <dgm:presLayoutVars>
          <dgm:bulletEnabled val="1"/>
        </dgm:presLayoutVars>
      </dgm:prSet>
      <dgm:spPr/>
    </dgm:pt>
    <dgm:pt modelId="{D19ECB62-D4F1-45CF-8576-8CFFF5A1B389}" type="pres">
      <dgm:prSet presAssocID="{4B97EF20-5515-4911-921E-F41FDE6CC556}" presName="circleB" presStyleLbl="node1" presStyleIdx="1" presStyleCnt="3" custLinFactY="-9091" custLinFactNeighborX="8752" custLinFactNeighborY="-100000"/>
      <dgm:spPr/>
    </dgm:pt>
    <dgm:pt modelId="{FF4B3712-4121-4241-8620-239E9E2A46A2}" type="pres">
      <dgm:prSet presAssocID="{4B97EF20-5515-4911-921E-F41FDE6CC556}" presName="spaceB" presStyleCnt="0"/>
      <dgm:spPr/>
    </dgm:pt>
    <dgm:pt modelId="{1D76A997-DEC3-4897-9683-2E9681631933}" type="pres">
      <dgm:prSet presAssocID="{64DA33A1-234F-4F1F-A76C-CE2065C9A965}" presName="space" presStyleCnt="0"/>
      <dgm:spPr/>
    </dgm:pt>
    <dgm:pt modelId="{FAD453E9-32E5-477D-AA5F-D5753F90FBB2}" type="pres">
      <dgm:prSet presAssocID="{CBB6DF9B-D816-470A-AAEB-1F7DCA8ED789}" presName="compositeA" presStyleCnt="0"/>
      <dgm:spPr/>
    </dgm:pt>
    <dgm:pt modelId="{C3FDE83B-0DCE-40D6-8489-D7186C7BBAA1}" type="pres">
      <dgm:prSet presAssocID="{CBB6DF9B-D816-470A-AAEB-1F7DCA8ED789}" presName="textA" presStyleLbl="revTx" presStyleIdx="2" presStyleCnt="3" custScaleY="30398" custLinFactNeighborX="18822" custLinFactNeighborY="55837">
        <dgm:presLayoutVars>
          <dgm:bulletEnabled val="1"/>
        </dgm:presLayoutVars>
      </dgm:prSet>
      <dgm:spPr/>
    </dgm:pt>
    <dgm:pt modelId="{8146F469-57FC-4B7C-B811-90C573605C4D}" type="pres">
      <dgm:prSet presAssocID="{CBB6DF9B-D816-470A-AAEB-1F7DCA8ED789}" presName="circleA" presStyleLbl="node1" presStyleIdx="2" presStyleCnt="3" custLinFactX="28345" custLinFactNeighborX="100000" custLinFactNeighborY="25756"/>
      <dgm:spPr/>
    </dgm:pt>
    <dgm:pt modelId="{05D33082-C688-43BD-BB4F-240284D348D0}" type="pres">
      <dgm:prSet presAssocID="{CBB6DF9B-D816-470A-AAEB-1F7DCA8ED789}" presName="spaceA" presStyleCnt="0"/>
      <dgm:spPr/>
    </dgm:pt>
  </dgm:ptLst>
  <dgm:cxnLst>
    <dgm:cxn modelId="{6E5E5302-B018-4C33-A5F0-ED5D81AB52B0}" type="presOf" srcId="{DD279F2B-3E60-40F5-ACA1-65DB31EF85F9}" destId="{442D1713-2654-4F03-8CD3-BC9DDF133B88}" srcOrd="0" destOrd="0" presId="urn:microsoft.com/office/officeart/2005/8/layout/hProcess11"/>
    <dgm:cxn modelId="{B5BA9721-EC27-4C58-844D-0BB04A27A4C6}" srcId="{9D5AD81C-E932-4B0B-AF27-92DF667AEFA3}" destId="{4B97EF20-5515-4911-921E-F41FDE6CC556}" srcOrd="1" destOrd="0" parTransId="{6A0D3E1E-40A5-440D-A3CA-491A35042464}" sibTransId="{64DA33A1-234F-4F1F-A76C-CE2065C9A965}"/>
    <dgm:cxn modelId="{B741B322-1137-470C-B319-AEEC25B1DE26}" type="presOf" srcId="{4B97EF20-5515-4911-921E-F41FDE6CC556}" destId="{1B781197-B00D-4A1E-B724-DCE62EA946C2}" srcOrd="0" destOrd="0" presId="urn:microsoft.com/office/officeart/2005/8/layout/hProcess11"/>
    <dgm:cxn modelId="{19B7922C-9E13-457A-8AEE-6BB89783C0F7}" type="presOf" srcId="{9D5AD81C-E932-4B0B-AF27-92DF667AEFA3}" destId="{BD657EAA-6903-4FC9-952A-98F3E4EA8EBD}" srcOrd="0" destOrd="0" presId="urn:microsoft.com/office/officeart/2005/8/layout/hProcess11"/>
    <dgm:cxn modelId="{2BF1CF64-66E3-4220-880E-91D50FC198D8}" type="presOf" srcId="{CBB6DF9B-D816-470A-AAEB-1F7DCA8ED789}" destId="{C3FDE83B-0DCE-40D6-8489-D7186C7BBAA1}" srcOrd="0" destOrd="0" presId="urn:microsoft.com/office/officeart/2005/8/layout/hProcess11"/>
    <dgm:cxn modelId="{48398E53-670B-45B2-A4F4-655C3A8EFB09}" srcId="{9D5AD81C-E932-4B0B-AF27-92DF667AEFA3}" destId="{DD279F2B-3E60-40F5-ACA1-65DB31EF85F9}" srcOrd="0" destOrd="0" parTransId="{3CE4F55C-FD2F-4019-9A73-89CD742A7C5A}" sibTransId="{E1F58299-1679-4B6F-85B7-391DE6F810DE}"/>
    <dgm:cxn modelId="{78286D55-68D3-469F-8856-805A219F5FE3}" srcId="{9D5AD81C-E932-4B0B-AF27-92DF667AEFA3}" destId="{CBB6DF9B-D816-470A-AAEB-1F7DCA8ED789}" srcOrd="2" destOrd="0" parTransId="{DA695EB8-B5F5-492F-AC4E-7687053CEF8F}" sibTransId="{4A5B015B-98B7-4408-866B-690B56A08208}"/>
    <dgm:cxn modelId="{CEED42D3-E80B-402C-ABF4-E719D8FAACAA}" type="presParOf" srcId="{BD657EAA-6903-4FC9-952A-98F3E4EA8EBD}" destId="{FF1E4693-3F64-43F8-A3BE-FCAE9DC4D69E}" srcOrd="0" destOrd="0" presId="urn:microsoft.com/office/officeart/2005/8/layout/hProcess11"/>
    <dgm:cxn modelId="{D4AB4827-714D-42B4-BBBD-DC85BAAAC3AB}" type="presParOf" srcId="{BD657EAA-6903-4FC9-952A-98F3E4EA8EBD}" destId="{421F4B12-BC40-4A3F-A308-AE6F6F183526}" srcOrd="1" destOrd="0" presId="urn:microsoft.com/office/officeart/2005/8/layout/hProcess11"/>
    <dgm:cxn modelId="{68DA1B70-D003-4B2F-BF5E-D0D30227F98A}" type="presParOf" srcId="{421F4B12-BC40-4A3F-A308-AE6F6F183526}" destId="{A031506C-7A6A-47B9-9A48-AC23AB29F99C}" srcOrd="0" destOrd="0" presId="urn:microsoft.com/office/officeart/2005/8/layout/hProcess11"/>
    <dgm:cxn modelId="{0C7A3976-308E-4388-8299-6161BD9D0856}" type="presParOf" srcId="{A031506C-7A6A-47B9-9A48-AC23AB29F99C}" destId="{442D1713-2654-4F03-8CD3-BC9DDF133B88}" srcOrd="0" destOrd="0" presId="urn:microsoft.com/office/officeart/2005/8/layout/hProcess11"/>
    <dgm:cxn modelId="{E084DCBB-4FD2-427D-B034-1B62E02B322A}" type="presParOf" srcId="{A031506C-7A6A-47B9-9A48-AC23AB29F99C}" destId="{193A3249-2A21-442F-BEE6-A1F673868B1C}" srcOrd="1" destOrd="0" presId="urn:microsoft.com/office/officeart/2005/8/layout/hProcess11"/>
    <dgm:cxn modelId="{CEE25D8B-47BB-46AA-92AF-32B425A46F75}" type="presParOf" srcId="{A031506C-7A6A-47B9-9A48-AC23AB29F99C}" destId="{E31D88F7-4669-4780-84B6-D120DC07385C}" srcOrd="2" destOrd="0" presId="urn:microsoft.com/office/officeart/2005/8/layout/hProcess11"/>
    <dgm:cxn modelId="{BCF89417-D331-4DEB-AFCB-C8A9D52B981F}" type="presParOf" srcId="{421F4B12-BC40-4A3F-A308-AE6F6F183526}" destId="{C5D871F9-BC8D-4AFD-A559-79151934B9DA}" srcOrd="1" destOrd="0" presId="urn:microsoft.com/office/officeart/2005/8/layout/hProcess11"/>
    <dgm:cxn modelId="{7E12EB47-6154-4AF5-B452-4B9D26C407EC}" type="presParOf" srcId="{421F4B12-BC40-4A3F-A308-AE6F6F183526}" destId="{0A7BEDD9-BB33-4CC7-976B-152F1A955F92}" srcOrd="2" destOrd="0" presId="urn:microsoft.com/office/officeart/2005/8/layout/hProcess11"/>
    <dgm:cxn modelId="{F7495DB0-E786-4DE0-8AC3-8E1F570A1F67}" type="presParOf" srcId="{0A7BEDD9-BB33-4CC7-976B-152F1A955F92}" destId="{1B781197-B00D-4A1E-B724-DCE62EA946C2}" srcOrd="0" destOrd="0" presId="urn:microsoft.com/office/officeart/2005/8/layout/hProcess11"/>
    <dgm:cxn modelId="{71DC927F-A1A1-467C-99B1-F2FCBB897E30}" type="presParOf" srcId="{0A7BEDD9-BB33-4CC7-976B-152F1A955F92}" destId="{D19ECB62-D4F1-45CF-8576-8CFFF5A1B389}" srcOrd="1" destOrd="0" presId="urn:microsoft.com/office/officeart/2005/8/layout/hProcess11"/>
    <dgm:cxn modelId="{9E3E93BE-35A1-492D-88A2-ADC126D67183}" type="presParOf" srcId="{0A7BEDD9-BB33-4CC7-976B-152F1A955F92}" destId="{FF4B3712-4121-4241-8620-239E9E2A46A2}" srcOrd="2" destOrd="0" presId="urn:microsoft.com/office/officeart/2005/8/layout/hProcess11"/>
    <dgm:cxn modelId="{DA836FC0-E3CB-4602-9A7A-808C517A32E0}" type="presParOf" srcId="{421F4B12-BC40-4A3F-A308-AE6F6F183526}" destId="{1D76A997-DEC3-4897-9683-2E9681631933}" srcOrd="3" destOrd="0" presId="urn:microsoft.com/office/officeart/2005/8/layout/hProcess11"/>
    <dgm:cxn modelId="{082806AE-2FBA-4A48-9272-531BCC9E152E}" type="presParOf" srcId="{421F4B12-BC40-4A3F-A308-AE6F6F183526}" destId="{FAD453E9-32E5-477D-AA5F-D5753F90FBB2}" srcOrd="4" destOrd="0" presId="urn:microsoft.com/office/officeart/2005/8/layout/hProcess11"/>
    <dgm:cxn modelId="{4D53E8A8-4BB0-4817-9277-3CC4E14EB8EF}" type="presParOf" srcId="{FAD453E9-32E5-477D-AA5F-D5753F90FBB2}" destId="{C3FDE83B-0DCE-40D6-8489-D7186C7BBAA1}" srcOrd="0" destOrd="0" presId="urn:microsoft.com/office/officeart/2005/8/layout/hProcess11"/>
    <dgm:cxn modelId="{D23C9CDA-DA85-42AC-8153-AD50FB83766D}" type="presParOf" srcId="{FAD453E9-32E5-477D-AA5F-D5753F90FBB2}" destId="{8146F469-57FC-4B7C-B811-90C573605C4D}" srcOrd="1" destOrd="0" presId="urn:microsoft.com/office/officeart/2005/8/layout/hProcess11"/>
    <dgm:cxn modelId="{4A223182-EE17-4FD6-A2D0-80E8C51094FD}" type="presParOf" srcId="{FAD453E9-32E5-477D-AA5F-D5753F90FBB2}" destId="{05D33082-C688-43BD-BB4F-240284D348D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1E4693-3F64-43F8-A3BE-FCAE9DC4D69E}">
      <dsp:nvSpPr>
        <dsp:cNvPr id="0" name=""/>
        <dsp:cNvSpPr/>
      </dsp:nvSpPr>
      <dsp:spPr>
        <a:xfrm>
          <a:off x="0" y="1084638"/>
          <a:ext cx="8940800" cy="716656"/>
        </a:xfrm>
        <a:prstGeom prst="notchedRightArrow">
          <a:avLst/>
        </a:prstGeom>
        <a:solidFill>
          <a:schemeClr val="accent4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2D1713-2654-4F03-8CD3-BC9DDF133B88}">
      <dsp:nvSpPr>
        <dsp:cNvPr id="0" name=""/>
        <dsp:cNvSpPr/>
      </dsp:nvSpPr>
      <dsp:spPr>
        <a:xfrm>
          <a:off x="0" y="970414"/>
          <a:ext cx="2819306" cy="341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Cumplimiento de Procesos Institucionales orientado a la Acreditación</a:t>
          </a:r>
          <a:endParaRPr lang="es-PE" sz="1600" kern="1200"/>
        </a:p>
      </dsp:txBody>
      <dsp:txXfrm>
        <a:off x="0" y="970414"/>
        <a:ext cx="2819306" cy="341148"/>
      </dsp:txXfrm>
    </dsp:sp>
    <dsp:sp modelId="{193A3249-2A21-442F-BEE6-A1F673868B1C}">
      <dsp:nvSpPr>
        <dsp:cNvPr id="0" name=""/>
        <dsp:cNvSpPr/>
      </dsp:nvSpPr>
      <dsp:spPr>
        <a:xfrm>
          <a:off x="1323375" y="1277933"/>
          <a:ext cx="313037" cy="313037"/>
        </a:xfrm>
        <a:prstGeom prst="ellipse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B781197-B00D-4A1E-B724-DCE62EA946C2}">
      <dsp:nvSpPr>
        <dsp:cNvPr id="0" name=""/>
        <dsp:cNvSpPr/>
      </dsp:nvSpPr>
      <dsp:spPr>
        <a:xfrm>
          <a:off x="3150975" y="635213"/>
          <a:ext cx="2619509" cy="426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Documentación del proceso autoevaluación</a:t>
          </a:r>
          <a:endParaRPr lang="es-PE" sz="1600" kern="1200"/>
        </a:p>
      </dsp:txBody>
      <dsp:txXfrm>
        <a:off x="3150975" y="635213"/>
        <a:ext cx="2619509" cy="426871"/>
      </dsp:txXfrm>
    </dsp:sp>
    <dsp:sp modelId="{D19ECB62-D4F1-45CF-8576-8CFFF5A1B389}">
      <dsp:nvSpPr>
        <dsp:cNvPr id="0" name=""/>
        <dsp:cNvSpPr/>
      </dsp:nvSpPr>
      <dsp:spPr>
        <a:xfrm>
          <a:off x="4119278" y="1273494"/>
          <a:ext cx="313037" cy="313037"/>
        </a:xfrm>
        <a:prstGeom prst="ellipse">
          <a:avLst/>
        </a:prstGeom>
        <a:gradFill rotWithShape="0">
          <a:gsLst>
            <a:gs pos="0">
              <a:schemeClr val="accent4">
                <a:shade val="50000"/>
                <a:hueOff val="-248544"/>
                <a:satOff val="-11991"/>
                <a:lumOff val="2957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shade val="50000"/>
                <a:hueOff val="-248544"/>
                <a:satOff val="-11991"/>
                <a:lumOff val="2957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3FDE83B-0DCE-40D6-8489-D7186C7BBAA1}">
      <dsp:nvSpPr>
        <dsp:cNvPr id="0" name=""/>
        <dsp:cNvSpPr/>
      </dsp:nvSpPr>
      <dsp:spPr>
        <a:xfrm>
          <a:off x="6122552" y="917044"/>
          <a:ext cx="2369224" cy="380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Documentación para sustento de criterios</a:t>
          </a:r>
          <a:endParaRPr lang="es-PE" sz="1600" kern="1200"/>
        </a:p>
      </dsp:txBody>
      <dsp:txXfrm>
        <a:off x="6122552" y="917044"/>
        <a:ext cx="2369224" cy="380629"/>
      </dsp:txXfrm>
    </dsp:sp>
    <dsp:sp modelId="{8146F469-57FC-4B7C-B811-90C573605C4D}">
      <dsp:nvSpPr>
        <dsp:cNvPr id="0" name=""/>
        <dsp:cNvSpPr/>
      </dsp:nvSpPr>
      <dsp:spPr>
        <a:xfrm>
          <a:off x="7106478" y="1271415"/>
          <a:ext cx="313037" cy="313037"/>
        </a:xfrm>
        <a:prstGeom prst="ellipse">
          <a:avLst/>
        </a:prstGeom>
        <a:gradFill rotWithShape="0">
          <a:gsLst>
            <a:gs pos="0">
              <a:schemeClr val="accent4">
                <a:shade val="50000"/>
                <a:hueOff val="-248544"/>
                <a:satOff val="-11991"/>
                <a:lumOff val="2957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shade val="50000"/>
                <a:hueOff val="-248544"/>
                <a:satOff val="-11991"/>
                <a:lumOff val="2957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6889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3229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1083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684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0753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4984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2081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7720-8DCA-4EC6-B96F-899009984CC9}" type="datetimeFigureOut">
              <a:rPr lang="es-PE" smtClean="0"/>
              <a:t>19/09/2025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D0CB-2F14-42EA-BF7D-20F81AFADC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317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6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svg"/><Relationship Id="rId21" Type="http://schemas.openxmlformats.org/officeDocument/2006/relationships/image" Target="../media/image20.pn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sv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svg"/><Relationship Id="rId66" Type="http://schemas.openxmlformats.org/officeDocument/2006/relationships/image" Target="../media/image65.svg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64" Type="http://schemas.openxmlformats.org/officeDocument/2006/relationships/image" Target="../media/image63.svg"/><Relationship Id="rId69" Type="http://schemas.openxmlformats.org/officeDocument/2006/relationships/image" Target="../media/image68.png"/><Relationship Id="rId8" Type="http://schemas.openxmlformats.org/officeDocument/2006/relationships/image" Target="../media/image7.svg"/><Relationship Id="rId51" Type="http://schemas.openxmlformats.org/officeDocument/2006/relationships/image" Target="../media/image50.png"/><Relationship Id="rId72" Type="http://schemas.openxmlformats.org/officeDocument/2006/relationships/hyperlink" Target="https://pixabay.com/es/documentos-de-papel-texto-icono-149799/" TargetMode="External"/><Relationship Id="rId3" Type="http://schemas.openxmlformats.org/officeDocument/2006/relationships/notesSlide" Target="../notesSlides/notesSlide2.xml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62" Type="http://schemas.openxmlformats.org/officeDocument/2006/relationships/image" Target="../media/image61.svg"/><Relationship Id="rId70" Type="http://schemas.openxmlformats.org/officeDocument/2006/relationships/image" Target="../media/image69.sv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sv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60" Type="http://schemas.openxmlformats.org/officeDocument/2006/relationships/image" Target="../media/image59.svg"/><Relationship Id="rId65" Type="http://schemas.openxmlformats.org/officeDocument/2006/relationships/image" Target="../media/image64.png"/><Relationship Id="rId73" Type="http://schemas.openxmlformats.org/officeDocument/2006/relationships/hyperlink" Target="https://www.figma.com/design/pwHaNvQgTXoCcvgVwpI2HW/PrototiposSistemaAcredita?node-id=0-1&amp;p=f&amp;t=SgceVOAcdoHf7iuL-0" TargetMode="External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9" Type="http://schemas.openxmlformats.org/officeDocument/2006/relationships/image" Target="../media/image38.png"/><Relationship Id="rId34" Type="http://schemas.openxmlformats.org/officeDocument/2006/relationships/image" Target="../media/image33.svg"/><Relationship Id="rId50" Type="http://schemas.openxmlformats.org/officeDocument/2006/relationships/image" Target="../media/image49.sv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3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jp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22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image" Target="../media/image73.png"/><Relationship Id="rId4" Type="http://schemas.openxmlformats.org/officeDocument/2006/relationships/slide" Target="slide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slide" Target="slide40.xml"/><Relationship Id="rId4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2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22.xml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5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5.xml"/><Relationship Id="rId4" Type="http://schemas.openxmlformats.org/officeDocument/2006/relationships/slide" Target="slide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13.xml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5.xml"/><Relationship Id="rId4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8.xml"/><Relationship Id="rId7" Type="http://schemas.openxmlformats.org/officeDocument/2006/relationships/slide" Target="slide22.xml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33.xml"/><Relationship Id="rId4" Type="http://schemas.openxmlformats.org/officeDocument/2006/relationships/slide" Target="slide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98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98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image" Target="../media/image73.png"/><Relationship Id="rId4" Type="http://schemas.openxmlformats.org/officeDocument/2006/relationships/slide" Target="slide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image" Target="../media/image73.png"/><Relationship Id="rId4" Type="http://schemas.openxmlformats.org/officeDocument/2006/relationships/slide" Target="slide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;p1"/>
          <p:cNvSpPr txBox="1"/>
          <p:nvPr/>
        </p:nvSpPr>
        <p:spPr>
          <a:xfrm>
            <a:off x="858158" y="2927458"/>
            <a:ext cx="4718460" cy="335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80000"/>
              </a:lnSpc>
              <a:buClr>
                <a:schemeClr val="lt1"/>
              </a:buClr>
              <a:buSzPts val="2178"/>
            </a:pPr>
            <a:r>
              <a:rPr lang="es-MX" sz="1800" b="1" i="0" u="none" strike="noStrike" cap="none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Gerencia de Acreditación y Mejora Continua</a:t>
            </a:r>
            <a:endParaRPr sz="1800" b="1" i="0" u="none" strike="noStrike" cap="none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Google Shape;85;p1"/>
          <p:cNvSpPr txBox="1"/>
          <p:nvPr/>
        </p:nvSpPr>
        <p:spPr>
          <a:xfrm>
            <a:off x="653640" y="1647973"/>
            <a:ext cx="5127497" cy="88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 defTabSz="540000">
              <a:lnSpc>
                <a:spcPct val="80000"/>
              </a:lnSpc>
              <a:buClr>
                <a:schemeClr val="lt1"/>
              </a:buClr>
              <a:buSzPts val="5400"/>
            </a:pPr>
            <a:r>
              <a:rPr lang="es-ES" sz="32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PROPUESTAS DE MEJORA</a:t>
            </a:r>
            <a:endParaRPr lang="es-MX" sz="3200" b="1" i="0" u="none" strike="noStrike" cap="none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" name="Google Shape;84;p1">
            <a:extLst>
              <a:ext uri="{FF2B5EF4-FFF2-40B4-BE49-F238E27FC236}">
                <a16:creationId xmlns:a16="http://schemas.microsoft.com/office/drawing/2014/main" id="{BA531344-816F-48DF-957F-F2CFBA199198}"/>
              </a:ext>
            </a:extLst>
          </p:cNvPr>
          <p:cNvSpPr txBox="1"/>
          <p:nvPr/>
        </p:nvSpPr>
        <p:spPr>
          <a:xfrm>
            <a:off x="1118791" y="4708998"/>
            <a:ext cx="4197193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78"/>
              <a:buFont typeface="Arial"/>
              <a:buNone/>
            </a:pPr>
            <a:r>
              <a:rPr lang="es-MX" sz="2400" b="1" dirty="0">
                <a:solidFill>
                  <a:srgbClr val="0079C9"/>
                </a:solidFill>
                <a:latin typeface="Calibri"/>
                <a:ea typeface="Calibri"/>
                <a:cs typeface="Calibri"/>
                <a:sym typeface="Calibri"/>
              </a:rPr>
              <a:t>Oficina de Gestión de la Calidad y Humanización</a:t>
            </a:r>
            <a:endParaRPr sz="2400" b="1" i="0" u="none" strike="noStrike" cap="none" dirty="0">
              <a:solidFill>
                <a:srgbClr val="0079C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Fachada de EsSalud">
            <a:extLst>
              <a:ext uri="{FF2B5EF4-FFF2-40B4-BE49-F238E27FC236}">
                <a16:creationId xmlns:a16="http://schemas.microsoft.com/office/drawing/2014/main" id="{AB71C1BA-BF79-1EE1-9231-9B116887F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874" y="685800"/>
            <a:ext cx="6547126" cy="54864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Freeform 210"/>
          <p:cNvSpPr/>
          <p:nvPr/>
        </p:nvSpPr>
        <p:spPr>
          <a:xfrm>
            <a:off x="7172371" y="2610106"/>
            <a:ext cx="142853" cy="255293"/>
          </a:xfrm>
          <a:custGeom>
            <a:avLst/>
            <a:gdLst/>
            <a:ahLst/>
            <a:cxnLst/>
            <a:rect l="l" t="t" r="r" b="b"/>
            <a:pathLst>
              <a:path w="214280" h="382940">
                <a:moveTo>
                  <a:pt x="0" y="0"/>
                </a:moveTo>
                <a:lnTo>
                  <a:pt x="214280" y="0"/>
                </a:lnTo>
                <a:lnTo>
                  <a:pt x="214280" y="382940"/>
                </a:lnTo>
                <a:lnTo>
                  <a:pt x="0" y="382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44" name="Grupo 243">
            <a:extLst>
              <a:ext uri="{FF2B5EF4-FFF2-40B4-BE49-F238E27FC236}">
                <a16:creationId xmlns:a16="http://schemas.microsoft.com/office/drawing/2014/main" id="{7D8BD519-8CE8-4730-BC5C-B95CC556D6C0}"/>
              </a:ext>
            </a:extLst>
          </p:cNvPr>
          <p:cNvGrpSpPr/>
          <p:nvPr/>
        </p:nvGrpSpPr>
        <p:grpSpPr>
          <a:xfrm>
            <a:off x="3576169" y="2899432"/>
            <a:ext cx="5039661" cy="3347225"/>
            <a:chOff x="3562135" y="2818208"/>
            <a:chExt cx="4271225" cy="2836848"/>
          </a:xfrm>
        </p:grpSpPr>
        <p:grpSp>
          <p:nvGrpSpPr>
            <p:cNvPr id="9" name="Group 9"/>
            <p:cNvGrpSpPr/>
            <p:nvPr/>
          </p:nvGrpSpPr>
          <p:grpSpPr>
            <a:xfrm>
              <a:off x="4811455" y="3444837"/>
              <a:ext cx="35071" cy="21662"/>
              <a:chOff x="0" y="0"/>
              <a:chExt cx="70142" cy="433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0231" cy="43307"/>
              </a:xfrm>
              <a:custGeom>
                <a:avLst/>
                <a:gdLst/>
                <a:ahLst/>
                <a:cxnLst/>
                <a:rect l="l" t="t" r="r" b="b"/>
                <a:pathLst>
                  <a:path w="70231" h="43307">
                    <a:moveTo>
                      <a:pt x="13970" y="43307"/>
                    </a:moveTo>
                    <a:cubicBezTo>
                      <a:pt x="6985" y="43307"/>
                      <a:pt x="6985" y="37084"/>
                      <a:pt x="0" y="37084"/>
                    </a:cubicBezTo>
                    <a:cubicBezTo>
                      <a:pt x="0" y="30861"/>
                      <a:pt x="0" y="18542"/>
                      <a:pt x="6985" y="18542"/>
                    </a:cubicBezTo>
                    <a:cubicBezTo>
                      <a:pt x="21082" y="12319"/>
                      <a:pt x="35052" y="6223"/>
                      <a:pt x="49149" y="0"/>
                    </a:cubicBezTo>
                    <a:cubicBezTo>
                      <a:pt x="56134" y="0"/>
                      <a:pt x="63119" y="0"/>
                      <a:pt x="70231" y="6223"/>
                    </a:cubicBezTo>
                    <a:cubicBezTo>
                      <a:pt x="70231" y="18542"/>
                      <a:pt x="70231" y="24765"/>
                      <a:pt x="63246" y="24765"/>
                    </a:cubicBezTo>
                    <a:cubicBezTo>
                      <a:pt x="49276" y="30988"/>
                      <a:pt x="35179" y="37084"/>
                      <a:pt x="21209" y="43307"/>
                    </a:cubicBezTo>
                    <a:cubicBezTo>
                      <a:pt x="21209" y="43307"/>
                      <a:pt x="14224" y="43307"/>
                      <a:pt x="14224" y="43307"/>
                    </a:cubicBez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11" name="Freeform 11"/>
            <p:cNvSpPr/>
            <p:nvPr/>
          </p:nvSpPr>
          <p:spPr>
            <a:xfrm>
              <a:off x="4072385" y="3469591"/>
              <a:ext cx="714263" cy="1458266"/>
            </a:xfrm>
            <a:custGeom>
              <a:avLst/>
              <a:gdLst/>
              <a:ahLst/>
              <a:cxnLst/>
              <a:rect l="l" t="t" r="r" b="b"/>
              <a:pathLst>
                <a:path w="1071395" h="2187399">
                  <a:moveTo>
                    <a:pt x="0" y="0"/>
                  </a:moveTo>
                  <a:lnTo>
                    <a:pt x="1071395" y="0"/>
                  </a:lnTo>
                  <a:lnTo>
                    <a:pt x="1071395" y="2187399"/>
                  </a:lnTo>
                  <a:lnTo>
                    <a:pt x="0" y="2187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4068106" y="4952613"/>
              <a:ext cx="17964" cy="34813"/>
              <a:chOff x="0" y="0"/>
              <a:chExt cx="35928" cy="696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5941" cy="69723"/>
              </a:xfrm>
              <a:custGeom>
                <a:avLst/>
                <a:gdLst/>
                <a:ahLst/>
                <a:cxnLst/>
                <a:rect l="l" t="t" r="r" b="b"/>
                <a:pathLst>
                  <a:path w="35941" h="69723">
                    <a:moveTo>
                      <a:pt x="14351" y="69596"/>
                    </a:moveTo>
                    <a:cubicBezTo>
                      <a:pt x="7112" y="69596"/>
                      <a:pt x="0" y="63246"/>
                      <a:pt x="0" y="56896"/>
                    </a:cubicBezTo>
                    <a:cubicBezTo>
                      <a:pt x="0" y="44196"/>
                      <a:pt x="7239" y="31623"/>
                      <a:pt x="7239" y="18923"/>
                    </a:cubicBezTo>
                    <a:cubicBezTo>
                      <a:pt x="7239" y="6223"/>
                      <a:pt x="14351" y="0"/>
                      <a:pt x="21590" y="6350"/>
                    </a:cubicBezTo>
                    <a:cubicBezTo>
                      <a:pt x="28829" y="6350"/>
                      <a:pt x="35941" y="12700"/>
                      <a:pt x="35941" y="19050"/>
                    </a:cubicBezTo>
                    <a:cubicBezTo>
                      <a:pt x="35941" y="31750"/>
                      <a:pt x="35941" y="44323"/>
                      <a:pt x="35941" y="57023"/>
                    </a:cubicBezTo>
                    <a:cubicBezTo>
                      <a:pt x="35941" y="63373"/>
                      <a:pt x="28702" y="69723"/>
                      <a:pt x="14351" y="69723"/>
                    </a:cubicBez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4801189" y="3432459"/>
              <a:ext cx="52180" cy="50286"/>
              <a:chOff x="0" y="0"/>
              <a:chExt cx="104360" cy="10057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439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104394" h="100584">
                    <a:moveTo>
                      <a:pt x="0" y="18542"/>
                    </a:moveTo>
                    <a:lnTo>
                      <a:pt x="68453" y="43307"/>
                    </a:lnTo>
                    <a:lnTo>
                      <a:pt x="41021" y="100584"/>
                    </a:lnTo>
                    <a:lnTo>
                      <a:pt x="75184" y="88265"/>
                    </a:lnTo>
                    <a:lnTo>
                      <a:pt x="104394" y="30988"/>
                    </a:lnTo>
                    <a:lnTo>
                      <a:pt x="41021" y="0"/>
                    </a:lnTo>
                    <a:lnTo>
                      <a:pt x="0" y="18542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16" name="Freeform 16"/>
            <p:cNvSpPr/>
            <p:nvPr/>
          </p:nvSpPr>
          <p:spPr>
            <a:xfrm>
              <a:off x="4225501" y="3290113"/>
              <a:ext cx="428559" cy="1770032"/>
            </a:xfrm>
            <a:custGeom>
              <a:avLst/>
              <a:gdLst/>
              <a:ahLst/>
              <a:cxnLst/>
              <a:rect l="l" t="t" r="r" b="b"/>
              <a:pathLst>
                <a:path w="642838" h="2655048">
                  <a:moveTo>
                    <a:pt x="0" y="0"/>
                  </a:moveTo>
                  <a:lnTo>
                    <a:pt x="642838" y="0"/>
                  </a:lnTo>
                  <a:lnTo>
                    <a:pt x="642838" y="2655048"/>
                  </a:lnTo>
                  <a:lnTo>
                    <a:pt x="0" y="2655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4403425" y="3280830"/>
              <a:ext cx="52180" cy="47191"/>
              <a:chOff x="0" y="0"/>
              <a:chExt cx="104360" cy="9438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4394" cy="94361"/>
              </a:xfrm>
              <a:custGeom>
                <a:avLst/>
                <a:gdLst/>
                <a:ahLst/>
                <a:cxnLst/>
                <a:rect l="l" t="t" r="r" b="b"/>
                <a:pathLst>
                  <a:path w="104394" h="94361">
                    <a:moveTo>
                      <a:pt x="104394" y="51054"/>
                    </a:moveTo>
                    <a:lnTo>
                      <a:pt x="34163" y="32512"/>
                    </a:lnTo>
                    <a:lnTo>
                      <a:pt x="13716" y="94361"/>
                    </a:lnTo>
                    <a:lnTo>
                      <a:pt x="0" y="63500"/>
                    </a:lnTo>
                    <a:lnTo>
                      <a:pt x="20574" y="0"/>
                    </a:lnTo>
                    <a:lnTo>
                      <a:pt x="83820" y="18542"/>
                    </a:lnTo>
                    <a:lnTo>
                      <a:pt x="104394" y="51054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19" name="Freeform 19"/>
            <p:cNvSpPr/>
            <p:nvPr/>
          </p:nvSpPr>
          <p:spPr>
            <a:xfrm>
              <a:off x="3820896" y="4055220"/>
              <a:ext cx="216418" cy="941490"/>
            </a:xfrm>
            <a:custGeom>
              <a:avLst/>
              <a:gdLst/>
              <a:ahLst/>
              <a:cxnLst/>
              <a:rect l="l" t="t" r="r" b="b"/>
              <a:pathLst>
                <a:path w="324627" h="1412235">
                  <a:moveTo>
                    <a:pt x="0" y="0"/>
                  </a:moveTo>
                  <a:lnTo>
                    <a:pt x="324627" y="0"/>
                  </a:lnTo>
                  <a:lnTo>
                    <a:pt x="324627" y="1412235"/>
                  </a:lnTo>
                  <a:lnTo>
                    <a:pt x="0" y="1412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3991975" y="4052124"/>
              <a:ext cx="52180" cy="47191"/>
              <a:chOff x="0" y="0"/>
              <a:chExt cx="104360" cy="9438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04394" cy="94361"/>
              </a:xfrm>
              <a:custGeom>
                <a:avLst/>
                <a:gdLst/>
                <a:ahLst/>
                <a:cxnLst/>
                <a:rect l="l" t="t" r="r" b="b"/>
                <a:pathLst>
                  <a:path w="104394" h="94361">
                    <a:moveTo>
                      <a:pt x="83820" y="94361"/>
                    </a:moveTo>
                    <a:lnTo>
                      <a:pt x="70104" y="32512"/>
                    </a:lnTo>
                    <a:lnTo>
                      <a:pt x="0" y="38735"/>
                    </a:lnTo>
                    <a:lnTo>
                      <a:pt x="27432" y="6223"/>
                    </a:lnTo>
                    <a:lnTo>
                      <a:pt x="97536" y="0"/>
                    </a:lnTo>
                    <a:lnTo>
                      <a:pt x="104394" y="63500"/>
                    </a:lnTo>
                    <a:lnTo>
                      <a:pt x="83820" y="94361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22" name="Freeform 22"/>
            <p:cNvSpPr/>
            <p:nvPr/>
          </p:nvSpPr>
          <p:spPr>
            <a:xfrm>
              <a:off x="5233168" y="3633598"/>
              <a:ext cx="248068" cy="1363109"/>
            </a:xfrm>
            <a:custGeom>
              <a:avLst/>
              <a:gdLst/>
              <a:ahLst/>
              <a:cxnLst/>
              <a:rect l="l" t="t" r="r" b="b"/>
              <a:pathLst>
                <a:path w="372102" h="2044664">
                  <a:moveTo>
                    <a:pt x="0" y="0"/>
                  </a:moveTo>
                  <a:lnTo>
                    <a:pt x="372102" y="0"/>
                  </a:lnTo>
                  <a:lnTo>
                    <a:pt x="372102" y="2044664"/>
                  </a:lnTo>
                  <a:lnTo>
                    <a:pt x="0" y="2044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3" name="Group 23"/>
            <p:cNvGrpSpPr/>
            <p:nvPr/>
          </p:nvGrpSpPr>
          <p:grpSpPr>
            <a:xfrm>
              <a:off x="5449586" y="3608842"/>
              <a:ext cx="55602" cy="47191"/>
              <a:chOff x="0" y="0"/>
              <a:chExt cx="111204" cy="9438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1252" cy="94361"/>
              </a:xfrm>
              <a:custGeom>
                <a:avLst/>
                <a:gdLst/>
                <a:ahLst/>
                <a:cxnLst/>
                <a:rect l="l" t="t" r="r" b="b"/>
                <a:pathLst>
                  <a:path w="111252" h="94361">
                    <a:moveTo>
                      <a:pt x="83820" y="94361"/>
                    </a:moveTo>
                    <a:lnTo>
                      <a:pt x="70104" y="30861"/>
                    </a:lnTo>
                    <a:lnTo>
                      <a:pt x="0" y="43307"/>
                    </a:lnTo>
                    <a:lnTo>
                      <a:pt x="27432" y="12319"/>
                    </a:lnTo>
                    <a:lnTo>
                      <a:pt x="97536" y="0"/>
                    </a:lnTo>
                    <a:lnTo>
                      <a:pt x="111252" y="61849"/>
                    </a:lnTo>
                    <a:lnTo>
                      <a:pt x="83820" y="94361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25" name="Freeform 25"/>
            <p:cNvSpPr/>
            <p:nvPr/>
          </p:nvSpPr>
          <p:spPr>
            <a:xfrm>
              <a:off x="5062086" y="3444837"/>
              <a:ext cx="1154797" cy="1551872"/>
            </a:xfrm>
            <a:custGeom>
              <a:avLst/>
              <a:gdLst/>
              <a:ahLst/>
              <a:cxnLst/>
              <a:rect l="l" t="t" r="r" b="b"/>
              <a:pathLst>
                <a:path w="1732195" h="2327808">
                  <a:moveTo>
                    <a:pt x="0" y="0"/>
                  </a:moveTo>
                  <a:lnTo>
                    <a:pt x="1732195" y="0"/>
                  </a:lnTo>
                  <a:lnTo>
                    <a:pt x="1732195" y="2327808"/>
                  </a:lnTo>
                  <a:lnTo>
                    <a:pt x="0" y="2327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6" name="Group 26"/>
            <p:cNvGrpSpPr/>
            <p:nvPr/>
          </p:nvGrpSpPr>
          <p:grpSpPr>
            <a:xfrm>
              <a:off x="5044979" y="3397646"/>
              <a:ext cx="48759" cy="44097"/>
              <a:chOff x="0" y="0"/>
              <a:chExt cx="97518" cy="8819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7536" cy="88138"/>
              </a:xfrm>
              <a:custGeom>
                <a:avLst/>
                <a:gdLst/>
                <a:ahLst/>
                <a:cxnLst/>
                <a:rect l="l" t="t" r="r" b="b"/>
                <a:pathLst>
                  <a:path w="97536" h="88138">
                    <a:moveTo>
                      <a:pt x="97536" y="82042"/>
                    </a:moveTo>
                    <a:lnTo>
                      <a:pt x="49657" y="37084"/>
                    </a:lnTo>
                    <a:lnTo>
                      <a:pt x="0" y="88138"/>
                    </a:lnTo>
                    <a:lnTo>
                      <a:pt x="0" y="49530"/>
                    </a:lnTo>
                    <a:lnTo>
                      <a:pt x="49657" y="0"/>
                    </a:lnTo>
                    <a:lnTo>
                      <a:pt x="97536" y="43307"/>
                    </a:lnTo>
                    <a:lnTo>
                      <a:pt x="97536" y="82042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28" name="Freeform 28"/>
            <p:cNvSpPr/>
            <p:nvPr/>
          </p:nvSpPr>
          <p:spPr>
            <a:xfrm>
              <a:off x="6621491" y="3444837"/>
              <a:ext cx="752755" cy="1372393"/>
            </a:xfrm>
            <a:custGeom>
              <a:avLst/>
              <a:gdLst/>
              <a:ahLst/>
              <a:cxnLst/>
              <a:rect l="l" t="t" r="r" b="b"/>
              <a:pathLst>
                <a:path w="1129133" h="2058590">
                  <a:moveTo>
                    <a:pt x="0" y="0"/>
                  </a:moveTo>
                  <a:lnTo>
                    <a:pt x="1129133" y="0"/>
                  </a:lnTo>
                  <a:lnTo>
                    <a:pt x="1129133" y="2058590"/>
                  </a:lnTo>
                  <a:lnTo>
                    <a:pt x="0" y="2058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9" name="Group 29"/>
            <p:cNvGrpSpPr/>
            <p:nvPr/>
          </p:nvGrpSpPr>
          <p:grpSpPr>
            <a:xfrm>
              <a:off x="6618068" y="3441742"/>
              <a:ext cx="48759" cy="44097"/>
              <a:chOff x="0" y="0"/>
              <a:chExt cx="97518" cy="8819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7536" cy="88265"/>
              </a:xfrm>
              <a:custGeom>
                <a:avLst/>
                <a:gdLst/>
                <a:ahLst/>
                <a:cxnLst/>
                <a:rect l="l" t="t" r="r" b="b"/>
                <a:pathLst>
                  <a:path w="97536" h="88265">
                    <a:moveTo>
                      <a:pt x="97536" y="24765"/>
                    </a:moveTo>
                    <a:lnTo>
                      <a:pt x="27432" y="24765"/>
                    </a:lnTo>
                    <a:lnTo>
                      <a:pt x="27432" y="88265"/>
                    </a:lnTo>
                    <a:lnTo>
                      <a:pt x="0" y="63500"/>
                    </a:lnTo>
                    <a:lnTo>
                      <a:pt x="0" y="0"/>
                    </a:lnTo>
                    <a:lnTo>
                      <a:pt x="68453" y="0"/>
                    </a:lnTo>
                    <a:lnTo>
                      <a:pt x="97536" y="24765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31" name="Freeform 31"/>
            <p:cNvSpPr/>
            <p:nvPr/>
          </p:nvSpPr>
          <p:spPr>
            <a:xfrm>
              <a:off x="7440968" y="2924967"/>
              <a:ext cx="247211" cy="1826506"/>
            </a:xfrm>
            <a:custGeom>
              <a:avLst/>
              <a:gdLst/>
              <a:ahLst/>
              <a:cxnLst/>
              <a:rect l="l" t="t" r="r" b="b"/>
              <a:pathLst>
                <a:path w="370817" h="2739759">
                  <a:moveTo>
                    <a:pt x="0" y="0"/>
                  </a:moveTo>
                  <a:lnTo>
                    <a:pt x="370818" y="0"/>
                  </a:lnTo>
                  <a:lnTo>
                    <a:pt x="370818" y="2739759"/>
                  </a:lnTo>
                  <a:lnTo>
                    <a:pt x="0" y="273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2" name="Group 32"/>
            <p:cNvGrpSpPr/>
            <p:nvPr/>
          </p:nvGrpSpPr>
          <p:grpSpPr>
            <a:xfrm>
              <a:off x="7437545" y="2918778"/>
              <a:ext cx="52180" cy="47191"/>
              <a:chOff x="0" y="0"/>
              <a:chExt cx="104360" cy="9438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4267" cy="94361"/>
              </a:xfrm>
              <a:custGeom>
                <a:avLst/>
                <a:gdLst/>
                <a:ahLst/>
                <a:cxnLst/>
                <a:rect l="l" t="t" r="r" b="b"/>
                <a:pathLst>
                  <a:path w="104267" h="94361">
                    <a:moveTo>
                      <a:pt x="13716" y="94361"/>
                    </a:moveTo>
                    <a:lnTo>
                      <a:pt x="34163" y="38735"/>
                    </a:lnTo>
                    <a:lnTo>
                      <a:pt x="104267" y="51054"/>
                    </a:lnTo>
                    <a:lnTo>
                      <a:pt x="83820" y="18542"/>
                    </a:lnTo>
                    <a:lnTo>
                      <a:pt x="13716" y="0"/>
                    </a:lnTo>
                    <a:lnTo>
                      <a:pt x="0" y="63500"/>
                    </a:lnTo>
                    <a:lnTo>
                      <a:pt x="13716" y="94361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7091962" y="3696261"/>
              <a:ext cx="198454" cy="1181311"/>
            </a:xfrm>
            <a:custGeom>
              <a:avLst/>
              <a:gdLst/>
              <a:ahLst/>
              <a:cxnLst/>
              <a:rect l="l" t="t" r="r" b="b"/>
              <a:pathLst>
                <a:path w="297681" h="1771966">
                  <a:moveTo>
                    <a:pt x="0" y="0"/>
                  </a:moveTo>
                  <a:lnTo>
                    <a:pt x="297680" y="0"/>
                  </a:lnTo>
                  <a:lnTo>
                    <a:pt x="297680" y="1771966"/>
                  </a:lnTo>
                  <a:lnTo>
                    <a:pt x="0" y="177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5" name="Group 35"/>
            <p:cNvGrpSpPr/>
            <p:nvPr/>
          </p:nvGrpSpPr>
          <p:grpSpPr>
            <a:xfrm>
              <a:off x="7245080" y="3690072"/>
              <a:ext cx="56457" cy="47191"/>
              <a:chOff x="0" y="0"/>
              <a:chExt cx="112913" cy="9438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2903" cy="94361"/>
              </a:xfrm>
              <a:custGeom>
                <a:avLst/>
                <a:gdLst/>
                <a:ahLst/>
                <a:cxnLst/>
                <a:rect l="l" t="t" r="r" b="b"/>
                <a:pathLst>
                  <a:path w="112903" h="94361">
                    <a:moveTo>
                      <a:pt x="90678" y="94361"/>
                    </a:moveTo>
                    <a:lnTo>
                      <a:pt x="70104" y="32512"/>
                    </a:lnTo>
                    <a:lnTo>
                      <a:pt x="0" y="57277"/>
                    </a:lnTo>
                    <a:lnTo>
                      <a:pt x="22225" y="20066"/>
                    </a:lnTo>
                    <a:lnTo>
                      <a:pt x="83820" y="0"/>
                    </a:lnTo>
                    <a:lnTo>
                      <a:pt x="112903" y="57277"/>
                    </a:lnTo>
                    <a:lnTo>
                      <a:pt x="90678" y="94361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370001" y="4902327"/>
              <a:ext cx="861392" cy="381392"/>
              <a:chOff x="0" y="0"/>
              <a:chExt cx="1722784" cy="76278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722755" cy="762762"/>
              </a:xfrm>
              <a:custGeom>
                <a:avLst/>
                <a:gdLst/>
                <a:ahLst/>
                <a:cxnLst/>
                <a:rect l="l" t="t" r="r" b="b"/>
                <a:pathLst>
                  <a:path w="1722755" h="762762">
                    <a:moveTo>
                      <a:pt x="1722755" y="510667"/>
                    </a:moveTo>
                    <a:cubicBezTo>
                      <a:pt x="1234567" y="724916"/>
                      <a:pt x="823087" y="762762"/>
                      <a:pt x="502158" y="630428"/>
                    </a:cubicBezTo>
                    <a:cubicBezTo>
                      <a:pt x="146431" y="485394"/>
                      <a:pt x="27940" y="195453"/>
                      <a:pt x="0" y="107188"/>
                    </a:cubicBezTo>
                    <a:cubicBezTo>
                      <a:pt x="404495" y="0"/>
                      <a:pt x="404495" y="0"/>
                      <a:pt x="404495" y="0"/>
                    </a:cubicBezTo>
                    <a:cubicBezTo>
                      <a:pt x="418465" y="50419"/>
                      <a:pt x="481203" y="208026"/>
                      <a:pt x="669544" y="283718"/>
                    </a:cubicBezTo>
                    <a:cubicBezTo>
                      <a:pt x="878840" y="365633"/>
                      <a:pt x="1178687" y="327787"/>
                      <a:pt x="1534414" y="170307"/>
                    </a:cubicBezTo>
                    <a:lnTo>
                      <a:pt x="1722755" y="510667"/>
                    </a:lnTo>
                    <a:close/>
                  </a:path>
                </a:pathLst>
              </a:custGeom>
              <a:solidFill>
                <a:srgbClr val="1D9BA1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6352893" y="4827287"/>
              <a:ext cx="240369" cy="216612"/>
              <a:chOff x="0" y="0"/>
              <a:chExt cx="480738" cy="433224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80695" cy="433451"/>
              </a:xfrm>
              <a:custGeom>
                <a:avLst/>
                <a:gdLst/>
                <a:ahLst/>
                <a:cxnLst/>
                <a:rect l="l" t="t" r="r" b="b"/>
                <a:pathLst>
                  <a:path w="480695" h="433451">
                    <a:moveTo>
                      <a:pt x="431927" y="138176"/>
                    </a:moveTo>
                    <a:cubicBezTo>
                      <a:pt x="480695" y="232410"/>
                      <a:pt x="431927" y="345313"/>
                      <a:pt x="327406" y="389382"/>
                    </a:cubicBezTo>
                    <a:cubicBezTo>
                      <a:pt x="222885" y="433451"/>
                      <a:pt x="104394" y="395605"/>
                      <a:pt x="48768" y="301498"/>
                    </a:cubicBezTo>
                    <a:cubicBezTo>
                      <a:pt x="0" y="207137"/>
                      <a:pt x="48768" y="94234"/>
                      <a:pt x="153289" y="43942"/>
                    </a:cubicBezTo>
                    <a:cubicBezTo>
                      <a:pt x="257810" y="0"/>
                      <a:pt x="376301" y="43942"/>
                      <a:pt x="431927" y="138176"/>
                    </a:cubicBezTo>
                    <a:close/>
                  </a:path>
                </a:pathLst>
              </a:custGeom>
              <a:solidFill>
                <a:srgbClr val="E96642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7179215" y="4770040"/>
              <a:ext cx="460207" cy="273859"/>
              <a:chOff x="0" y="0"/>
              <a:chExt cx="920415" cy="54771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20496" cy="547751"/>
              </a:xfrm>
              <a:custGeom>
                <a:avLst/>
                <a:gdLst/>
                <a:ahLst/>
                <a:cxnLst/>
                <a:rect l="l" t="t" r="r" b="b"/>
                <a:pathLst>
                  <a:path w="920496" h="547751">
                    <a:moveTo>
                      <a:pt x="906526" y="25146"/>
                    </a:moveTo>
                    <a:cubicBezTo>
                      <a:pt x="920496" y="50292"/>
                      <a:pt x="913511" y="81788"/>
                      <a:pt x="878586" y="100711"/>
                    </a:cubicBezTo>
                    <a:cubicBezTo>
                      <a:pt x="97663" y="535178"/>
                      <a:pt x="97663" y="535178"/>
                      <a:pt x="97663" y="535178"/>
                    </a:cubicBezTo>
                    <a:cubicBezTo>
                      <a:pt x="69723" y="547751"/>
                      <a:pt x="27940" y="547751"/>
                      <a:pt x="13970" y="522605"/>
                    </a:cubicBezTo>
                    <a:cubicBezTo>
                      <a:pt x="0" y="497459"/>
                      <a:pt x="6985" y="465963"/>
                      <a:pt x="41910" y="447040"/>
                    </a:cubicBezTo>
                    <a:cubicBezTo>
                      <a:pt x="822833" y="12573"/>
                      <a:pt x="822833" y="12573"/>
                      <a:pt x="822833" y="12573"/>
                    </a:cubicBezTo>
                    <a:cubicBezTo>
                      <a:pt x="850773" y="0"/>
                      <a:pt x="892556" y="6223"/>
                      <a:pt x="906526" y="25146"/>
                    </a:cubicBezTo>
                    <a:close/>
                  </a:path>
                </a:pathLst>
              </a:custGeom>
              <a:solidFill>
                <a:srgbClr val="4E6F83"/>
              </a:solidFill>
            </p:spPr>
          </p:sp>
        </p:grpSp>
        <p:sp>
          <p:nvSpPr>
            <p:cNvPr id="43" name="Freeform 43"/>
            <p:cNvSpPr/>
            <p:nvPr/>
          </p:nvSpPr>
          <p:spPr>
            <a:xfrm>
              <a:off x="7091962" y="4902327"/>
              <a:ext cx="359271" cy="273859"/>
            </a:xfrm>
            <a:custGeom>
              <a:avLst/>
              <a:gdLst/>
              <a:ahLst/>
              <a:cxnLst/>
              <a:rect l="l" t="t" r="r" b="b"/>
              <a:pathLst>
                <a:path w="538906" h="410789">
                  <a:moveTo>
                    <a:pt x="0" y="0"/>
                  </a:moveTo>
                  <a:lnTo>
                    <a:pt x="538905" y="0"/>
                  </a:lnTo>
                  <a:lnTo>
                    <a:pt x="538905" y="410790"/>
                  </a:lnTo>
                  <a:lnTo>
                    <a:pt x="0" y="41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4" name="Group 44"/>
            <p:cNvGrpSpPr/>
            <p:nvPr/>
          </p:nvGrpSpPr>
          <p:grpSpPr>
            <a:xfrm>
              <a:off x="7322068" y="4955707"/>
              <a:ext cx="87251" cy="60343"/>
              <a:chOff x="0" y="0"/>
              <a:chExt cx="174502" cy="12068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7449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74498" h="120650">
                    <a:moveTo>
                      <a:pt x="174498" y="0"/>
                    </a:moveTo>
                    <a:cubicBezTo>
                      <a:pt x="174498" y="0"/>
                      <a:pt x="41910" y="76200"/>
                      <a:pt x="0" y="120650"/>
                    </a:cubicBezTo>
                    <a:cubicBezTo>
                      <a:pt x="83820" y="76200"/>
                      <a:pt x="167513" y="88900"/>
                      <a:pt x="174498" y="50800"/>
                    </a:cubicBezTo>
                    <a:cubicBezTo>
                      <a:pt x="174498" y="19050"/>
                      <a:pt x="174498" y="0"/>
                      <a:pt x="174498" y="0"/>
                    </a:cubicBezTo>
                    <a:close/>
                  </a:path>
                </a:pathLst>
              </a:custGeom>
              <a:solidFill>
                <a:srgbClr val="EAA56C"/>
              </a:solidFill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6467518" y="4653997"/>
              <a:ext cx="105215" cy="185668"/>
              <a:chOff x="0" y="0"/>
              <a:chExt cx="210431" cy="37133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210439" cy="371348"/>
              </a:xfrm>
              <a:custGeom>
                <a:avLst/>
                <a:gdLst/>
                <a:ahLst/>
                <a:cxnLst/>
                <a:rect l="l" t="t" r="r" b="b"/>
                <a:pathLst>
                  <a:path w="210439" h="371348">
                    <a:moveTo>
                      <a:pt x="210439" y="0"/>
                    </a:moveTo>
                    <a:lnTo>
                      <a:pt x="22225" y="0"/>
                    </a:lnTo>
                    <a:lnTo>
                      <a:pt x="0" y="182626"/>
                    </a:lnTo>
                    <a:lnTo>
                      <a:pt x="22225" y="365125"/>
                    </a:lnTo>
                    <a:lnTo>
                      <a:pt x="203581" y="371348"/>
                    </a:lnTo>
                    <a:lnTo>
                      <a:pt x="210439" y="0"/>
                    </a:ln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6383687" y="4653998"/>
              <a:ext cx="94951" cy="182573"/>
              <a:chOff x="0" y="0"/>
              <a:chExt cx="189902" cy="36514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89865" cy="365125"/>
              </a:xfrm>
              <a:custGeom>
                <a:avLst/>
                <a:gdLst/>
                <a:ahLst/>
                <a:cxnLst/>
                <a:rect l="l" t="t" r="r" b="b"/>
                <a:pathLst>
                  <a:path w="189865" h="365125">
                    <a:moveTo>
                      <a:pt x="8509" y="0"/>
                    </a:moveTo>
                    <a:lnTo>
                      <a:pt x="0" y="365125"/>
                    </a:lnTo>
                    <a:lnTo>
                      <a:pt x="189865" y="365125"/>
                    </a:lnTo>
                    <a:lnTo>
                      <a:pt x="189865" y="0"/>
                    </a:lnTo>
                    <a:lnTo>
                      <a:pt x="8509" y="0"/>
                    </a:ln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50" name="Group 50"/>
            <p:cNvGrpSpPr/>
            <p:nvPr/>
          </p:nvGrpSpPr>
          <p:grpSpPr>
            <a:xfrm>
              <a:off x="6279329" y="4739095"/>
              <a:ext cx="397764" cy="809201"/>
              <a:chOff x="0" y="0"/>
              <a:chExt cx="795527" cy="161840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95528" cy="1618488"/>
              </a:xfrm>
              <a:custGeom>
                <a:avLst/>
                <a:gdLst/>
                <a:ahLst/>
                <a:cxnLst/>
                <a:rect l="l" t="t" r="r" b="b"/>
                <a:pathLst>
                  <a:path w="795528" h="1618488">
                    <a:moveTo>
                      <a:pt x="572262" y="113411"/>
                    </a:moveTo>
                    <a:cubicBezTo>
                      <a:pt x="244221" y="31496"/>
                      <a:pt x="244221" y="31496"/>
                      <a:pt x="244221" y="31496"/>
                    </a:cubicBezTo>
                    <a:cubicBezTo>
                      <a:pt x="125603" y="0"/>
                      <a:pt x="20955" y="113411"/>
                      <a:pt x="13970" y="264541"/>
                    </a:cubicBezTo>
                    <a:cubicBezTo>
                      <a:pt x="0" y="1429512"/>
                      <a:pt x="0" y="1429512"/>
                      <a:pt x="0" y="1429512"/>
                    </a:cubicBezTo>
                    <a:cubicBezTo>
                      <a:pt x="13970" y="1599565"/>
                      <a:pt x="13970" y="1599565"/>
                      <a:pt x="13970" y="1599565"/>
                    </a:cubicBezTo>
                    <a:cubicBezTo>
                      <a:pt x="795528" y="1618488"/>
                      <a:pt x="795528" y="1618488"/>
                      <a:pt x="795528" y="1618488"/>
                    </a:cubicBezTo>
                    <a:cubicBezTo>
                      <a:pt x="795528" y="352679"/>
                      <a:pt x="795528" y="352679"/>
                      <a:pt x="795528" y="352679"/>
                    </a:cubicBezTo>
                    <a:cubicBezTo>
                      <a:pt x="795528" y="201549"/>
                      <a:pt x="697865" y="144907"/>
                      <a:pt x="572262" y="113411"/>
                    </a:cubicBezTo>
                    <a:close/>
                  </a:path>
                </a:pathLst>
              </a:custGeom>
              <a:solidFill>
                <a:srgbClr val="27CED7"/>
              </a:solidFill>
            </p:spPr>
          </p:sp>
        </p:grpSp>
        <p:grpSp>
          <p:nvGrpSpPr>
            <p:cNvPr id="52" name="Group 52"/>
            <p:cNvGrpSpPr/>
            <p:nvPr/>
          </p:nvGrpSpPr>
          <p:grpSpPr>
            <a:xfrm>
              <a:off x="6391386" y="4150373"/>
              <a:ext cx="118046" cy="53380"/>
              <a:chOff x="0" y="0"/>
              <a:chExt cx="236092" cy="1067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-127"/>
                <a:ext cx="236093" cy="106807"/>
              </a:xfrm>
              <a:custGeom>
                <a:avLst/>
                <a:gdLst/>
                <a:ahLst/>
                <a:cxnLst/>
                <a:rect l="l" t="t" r="r" b="b"/>
                <a:pathLst>
                  <a:path w="236093" h="106807">
                    <a:moveTo>
                      <a:pt x="124968" y="100584"/>
                    </a:moveTo>
                    <a:cubicBezTo>
                      <a:pt x="48641" y="100584"/>
                      <a:pt x="13843" y="44069"/>
                      <a:pt x="13843" y="44069"/>
                    </a:cubicBezTo>
                    <a:cubicBezTo>
                      <a:pt x="0" y="25273"/>
                      <a:pt x="6985" y="12700"/>
                      <a:pt x="20828" y="6350"/>
                    </a:cubicBezTo>
                    <a:cubicBezTo>
                      <a:pt x="34671" y="0"/>
                      <a:pt x="55499" y="127"/>
                      <a:pt x="62484" y="12700"/>
                    </a:cubicBezTo>
                    <a:cubicBezTo>
                      <a:pt x="62484" y="18923"/>
                      <a:pt x="83312" y="50419"/>
                      <a:pt x="124968" y="50419"/>
                    </a:cubicBezTo>
                    <a:cubicBezTo>
                      <a:pt x="159639" y="50419"/>
                      <a:pt x="173609" y="19050"/>
                      <a:pt x="173609" y="19050"/>
                    </a:cubicBezTo>
                    <a:cubicBezTo>
                      <a:pt x="187452" y="6350"/>
                      <a:pt x="201422" y="127"/>
                      <a:pt x="215265" y="6350"/>
                    </a:cubicBezTo>
                    <a:cubicBezTo>
                      <a:pt x="229108" y="12573"/>
                      <a:pt x="236093" y="25146"/>
                      <a:pt x="229108" y="44069"/>
                    </a:cubicBezTo>
                    <a:cubicBezTo>
                      <a:pt x="229108" y="44069"/>
                      <a:pt x="201295" y="106807"/>
                      <a:pt x="124968" y="100584"/>
                    </a:cubicBezTo>
                    <a:close/>
                  </a:path>
                </a:pathLst>
              </a:custGeom>
              <a:solidFill>
                <a:srgbClr val="684127"/>
              </a:solidFill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6467518" y="4014990"/>
              <a:ext cx="533773" cy="689292"/>
              <a:chOff x="0" y="0"/>
              <a:chExt cx="1067546" cy="1378584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067562" cy="1378585"/>
              </a:xfrm>
              <a:custGeom>
                <a:avLst/>
                <a:gdLst/>
                <a:ahLst/>
                <a:cxnLst/>
                <a:rect l="l" t="t" r="r" b="b"/>
                <a:pathLst>
                  <a:path w="1067562" h="1378585">
                    <a:moveTo>
                      <a:pt x="1067562" y="107061"/>
                    </a:moveTo>
                    <a:cubicBezTo>
                      <a:pt x="739648" y="37719"/>
                      <a:pt x="739648" y="37719"/>
                      <a:pt x="739648" y="37719"/>
                    </a:cubicBezTo>
                    <a:cubicBezTo>
                      <a:pt x="558165" y="0"/>
                      <a:pt x="223266" y="69215"/>
                      <a:pt x="181356" y="232918"/>
                    </a:cubicBezTo>
                    <a:cubicBezTo>
                      <a:pt x="41910" y="925322"/>
                      <a:pt x="41910" y="925322"/>
                      <a:pt x="41910" y="925322"/>
                    </a:cubicBezTo>
                    <a:cubicBezTo>
                      <a:pt x="0" y="1089025"/>
                      <a:pt x="265176" y="1277874"/>
                      <a:pt x="446532" y="1315593"/>
                    </a:cubicBezTo>
                    <a:cubicBezTo>
                      <a:pt x="746506" y="1378585"/>
                      <a:pt x="746506" y="1378585"/>
                      <a:pt x="746506" y="1378585"/>
                    </a:cubicBezTo>
                    <a:lnTo>
                      <a:pt x="1067562" y="107061"/>
                    </a:ln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6240835" y="4093127"/>
              <a:ext cx="634711" cy="771295"/>
              <a:chOff x="0" y="0"/>
              <a:chExt cx="1269421" cy="154258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269492" cy="1542669"/>
              </a:xfrm>
              <a:custGeom>
                <a:avLst/>
                <a:gdLst/>
                <a:ahLst/>
                <a:cxnLst/>
                <a:rect l="l" t="t" r="r" b="b"/>
                <a:pathLst>
                  <a:path w="1269492" h="1542669">
                    <a:moveTo>
                      <a:pt x="955548" y="975868"/>
                    </a:moveTo>
                    <a:cubicBezTo>
                      <a:pt x="781177" y="1057783"/>
                      <a:pt x="516128" y="755523"/>
                      <a:pt x="558038" y="585470"/>
                    </a:cubicBezTo>
                    <a:cubicBezTo>
                      <a:pt x="662559" y="94488"/>
                      <a:pt x="662559" y="94488"/>
                      <a:pt x="662559" y="94488"/>
                    </a:cubicBezTo>
                    <a:cubicBezTo>
                      <a:pt x="641731" y="119634"/>
                      <a:pt x="334772" y="0"/>
                      <a:pt x="313817" y="81915"/>
                    </a:cubicBezTo>
                    <a:cubicBezTo>
                      <a:pt x="118618" y="793369"/>
                      <a:pt x="118618" y="793369"/>
                      <a:pt x="118618" y="793369"/>
                    </a:cubicBezTo>
                    <a:cubicBezTo>
                      <a:pt x="0" y="1265555"/>
                      <a:pt x="1116076" y="1542669"/>
                      <a:pt x="1116076" y="1542669"/>
                    </a:cubicBezTo>
                    <a:cubicBezTo>
                      <a:pt x="1116076" y="1542669"/>
                      <a:pt x="1151001" y="1479677"/>
                      <a:pt x="1185799" y="1334897"/>
                    </a:cubicBezTo>
                    <a:cubicBezTo>
                      <a:pt x="1213739" y="1234186"/>
                      <a:pt x="1269492" y="944499"/>
                      <a:pt x="1269492" y="944499"/>
                    </a:cubicBezTo>
                    <a:cubicBezTo>
                      <a:pt x="1088136" y="913003"/>
                      <a:pt x="1025398" y="938149"/>
                      <a:pt x="955675" y="975995"/>
                    </a:cubicBezTo>
                    <a:close/>
                  </a:path>
                </a:pathLst>
              </a:custGeom>
              <a:solidFill>
                <a:srgbClr val="7A5034"/>
              </a:solidFill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6666827" y="4247849"/>
              <a:ext cx="212141" cy="82004"/>
              <a:chOff x="0" y="0"/>
              <a:chExt cx="424281" cy="164007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424307" cy="163957"/>
              </a:xfrm>
              <a:custGeom>
                <a:avLst/>
                <a:gdLst/>
                <a:ahLst/>
                <a:cxnLst/>
                <a:rect l="l" t="t" r="r" b="b"/>
                <a:pathLst>
                  <a:path w="424307" h="163957">
                    <a:moveTo>
                      <a:pt x="340868" y="151384"/>
                    </a:moveTo>
                    <a:cubicBezTo>
                      <a:pt x="313055" y="132461"/>
                      <a:pt x="285242" y="107188"/>
                      <a:pt x="229616" y="94615"/>
                    </a:cubicBezTo>
                    <a:cubicBezTo>
                      <a:pt x="132207" y="75692"/>
                      <a:pt x="48768" y="88265"/>
                      <a:pt x="48768" y="88265"/>
                    </a:cubicBezTo>
                    <a:cubicBezTo>
                      <a:pt x="20828" y="94615"/>
                      <a:pt x="0" y="31496"/>
                      <a:pt x="27813" y="31496"/>
                    </a:cubicBezTo>
                    <a:cubicBezTo>
                      <a:pt x="34798" y="31496"/>
                      <a:pt x="132207" y="0"/>
                      <a:pt x="250444" y="25146"/>
                    </a:cubicBezTo>
                    <a:cubicBezTo>
                      <a:pt x="299085" y="31496"/>
                      <a:pt x="361696" y="62992"/>
                      <a:pt x="403479" y="88265"/>
                    </a:cubicBezTo>
                    <a:cubicBezTo>
                      <a:pt x="424307" y="107188"/>
                      <a:pt x="361696" y="163957"/>
                      <a:pt x="340868" y="151384"/>
                    </a:cubicBezTo>
                    <a:close/>
                  </a:path>
                </a:pathLst>
              </a:custGeom>
              <a:solidFill>
                <a:srgbClr val="7A5034"/>
              </a:solidFill>
            </p:spPr>
          </p:sp>
        </p:grpSp>
        <p:grpSp>
          <p:nvGrpSpPr>
            <p:cNvPr id="60" name="Group 60"/>
            <p:cNvGrpSpPr/>
            <p:nvPr/>
          </p:nvGrpSpPr>
          <p:grpSpPr>
            <a:xfrm>
              <a:off x="6802836" y="4540276"/>
              <a:ext cx="45337" cy="34813"/>
              <a:chOff x="0" y="0"/>
              <a:chExt cx="90673" cy="696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90678" cy="69596"/>
              </a:xfrm>
              <a:custGeom>
                <a:avLst/>
                <a:gdLst/>
                <a:ahLst/>
                <a:cxnLst/>
                <a:rect l="l" t="t" r="r" b="b"/>
                <a:pathLst>
                  <a:path w="90678" h="69596">
                    <a:moveTo>
                      <a:pt x="83693" y="44323"/>
                    </a:moveTo>
                    <a:cubicBezTo>
                      <a:pt x="83693" y="57023"/>
                      <a:pt x="62738" y="69596"/>
                      <a:pt x="41783" y="63373"/>
                    </a:cubicBezTo>
                    <a:cubicBezTo>
                      <a:pt x="13970" y="63246"/>
                      <a:pt x="0" y="44323"/>
                      <a:pt x="6985" y="25273"/>
                    </a:cubicBezTo>
                    <a:cubicBezTo>
                      <a:pt x="13970" y="12700"/>
                      <a:pt x="34925" y="0"/>
                      <a:pt x="55753" y="6350"/>
                    </a:cubicBezTo>
                    <a:cubicBezTo>
                      <a:pt x="76581" y="12700"/>
                      <a:pt x="90678" y="25400"/>
                      <a:pt x="83693" y="44323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62" name="Group 62"/>
            <p:cNvGrpSpPr/>
            <p:nvPr/>
          </p:nvGrpSpPr>
          <p:grpSpPr>
            <a:xfrm>
              <a:off x="6806258" y="4260226"/>
              <a:ext cx="153118" cy="330335"/>
              <a:chOff x="0" y="0"/>
              <a:chExt cx="306236" cy="660669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127" y="0"/>
                <a:ext cx="306197" cy="660654"/>
              </a:xfrm>
              <a:custGeom>
                <a:avLst/>
                <a:gdLst/>
                <a:ahLst/>
                <a:cxnLst/>
                <a:rect l="l" t="t" r="r" b="b"/>
                <a:pathLst>
                  <a:path w="306197" h="660654">
                    <a:moveTo>
                      <a:pt x="292227" y="0"/>
                    </a:moveTo>
                    <a:cubicBezTo>
                      <a:pt x="292227" y="0"/>
                      <a:pt x="306197" y="484505"/>
                      <a:pt x="250444" y="622935"/>
                    </a:cubicBezTo>
                    <a:cubicBezTo>
                      <a:pt x="229616" y="660654"/>
                      <a:pt x="111252" y="660654"/>
                      <a:pt x="55626" y="622935"/>
                    </a:cubicBezTo>
                    <a:cubicBezTo>
                      <a:pt x="0" y="585216"/>
                      <a:pt x="20828" y="572643"/>
                      <a:pt x="20828" y="572643"/>
                    </a:cubicBezTo>
                    <a:cubicBezTo>
                      <a:pt x="20828" y="572643"/>
                      <a:pt x="264287" y="6350"/>
                      <a:pt x="292227" y="0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64" name="Group 64"/>
            <p:cNvGrpSpPr/>
            <p:nvPr/>
          </p:nvGrpSpPr>
          <p:grpSpPr>
            <a:xfrm>
              <a:off x="6425602" y="4241660"/>
              <a:ext cx="83830" cy="172516"/>
              <a:chOff x="0" y="0"/>
              <a:chExt cx="167660" cy="345032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67640" cy="345059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345059">
                    <a:moveTo>
                      <a:pt x="6985" y="257175"/>
                    </a:moveTo>
                    <a:cubicBezTo>
                      <a:pt x="0" y="288544"/>
                      <a:pt x="6985" y="338709"/>
                      <a:pt x="41910" y="345059"/>
                    </a:cubicBezTo>
                    <a:cubicBezTo>
                      <a:pt x="83820" y="345059"/>
                      <a:pt x="118745" y="326263"/>
                      <a:pt x="125730" y="288544"/>
                    </a:cubicBezTo>
                    <a:cubicBezTo>
                      <a:pt x="167640" y="81534"/>
                      <a:pt x="167640" y="81534"/>
                      <a:pt x="167640" y="81534"/>
                    </a:cubicBezTo>
                    <a:cubicBezTo>
                      <a:pt x="167640" y="50165"/>
                      <a:pt x="146685" y="12573"/>
                      <a:pt x="104775" y="6223"/>
                    </a:cubicBezTo>
                    <a:cubicBezTo>
                      <a:pt x="69850" y="0"/>
                      <a:pt x="27940" y="25146"/>
                      <a:pt x="27940" y="62738"/>
                    </a:cubicBezTo>
                    <a:cubicBezTo>
                      <a:pt x="20955" y="106680"/>
                      <a:pt x="27940" y="163068"/>
                      <a:pt x="6985" y="257175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66" name="Group 66"/>
            <p:cNvGrpSpPr/>
            <p:nvPr/>
          </p:nvGrpSpPr>
          <p:grpSpPr>
            <a:xfrm>
              <a:off x="6732693" y="4612996"/>
              <a:ext cx="125745" cy="65757"/>
              <a:chOff x="0" y="0"/>
              <a:chExt cx="251489" cy="13151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251460" cy="131572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131572">
                    <a:moveTo>
                      <a:pt x="251460" y="68834"/>
                    </a:moveTo>
                    <a:cubicBezTo>
                      <a:pt x="139700" y="56388"/>
                      <a:pt x="55880" y="6223"/>
                      <a:pt x="55880" y="6223"/>
                    </a:cubicBezTo>
                    <a:cubicBezTo>
                      <a:pt x="41910" y="0"/>
                      <a:pt x="20955" y="0"/>
                      <a:pt x="6985" y="12573"/>
                    </a:cubicBezTo>
                    <a:cubicBezTo>
                      <a:pt x="0" y="25019"/>
                      <a:pt x="97790" y="100203"/>
                      <a:pt x="202565" y="118999"/>
                    </a:cubicBezTo>
                    <a:cubicBezTo>
                      <a:pt x="216535" y="125222"/>
                      <a:pt x="230505" y="125222"/>
                      <a:pt x="237490" y="131572"/>
                    </a:cubicBezTo>
                    <a:lnTo>
                      <a:pt x="251460" y="68961"/>
                    </a:ln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68" name="Group 68"/>
            <p:cNvGrpSpPr/>
            <p:nvPr/>
          </p:nvGrpSpPr>
          <p:grpSpPr>
            <a:xfrm>
              <a:off x="6272486" y="3768982"/>
              <a:ext cx="871658" cy="526058"/>
              <a:chOff x="0" y="0"/>
              <a:chExt cx="1743316" cy="105211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1743329" cy="1052068"/>
              </a:xfrm>
              <a:custGeom>
                <a:avLst/>
                <a:gdLst/>
                <a:ahLst/>
                <a:cxnLst/>
                <a:rect l="l" t="t" r="r" b="b"/>
                <a:pathLst>
                  <a:path w="1743329" h="1052068">
                    <a:moveTo>
                      <a:pt x="160401" y="1052068"/>
                    </a:moveTo>
                    <a:cubicBezTo>
                      <a:pt x="160401" y="1052068"/>
                      <a:pt x="0" y="340106"/>
                      <a:pt x="272034" y="195199"/>
                    </a:cubicBezTo>
                    <a:cubicBezTo>
                      <a:pt x="620649" y="0"/>
                      <a:pt x="1527175" y="327660"/>
                      <a:pt x="1610868" y="75565"/>
                    </a:cubicBezTo>
                    <a:cubicBezTo>
                      <a:pt x="1610868" y="75565"/>
                      <a:pt x="1743329" y="535432"/>
                      <a:pt x="1443482" y="642620"/>
                    </a:cubicBezTo>
                    <a:cubicBezTo>
                      <a:pt x="1143635" y="749808"/>
                      <a:pt x="1025144" y="516636"/>
                      <a:pt x="802005" y="560705"/>
                    </a:cubicBezTo>
                    <a:cubicBezTo>
                      <a:pt x="585724" y="611124"/>
                      <a:pt x="578739" y="850519"/>
                      <a:pt x="578739" y="850519"/>
                    </a:cubicBezTo>
                    <a:lnTo>
                      <a:pt x="160401" y="1052068"/>
                    </a:lnTo>
                    <a:close/>
                  </a:path>
                </a:pathLst>
              </a:custGeom>
              <a:solidFill>
                <a:srgbClr val="7A5034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722428" y="4322889"/>
              <a:ext cx="65867" cy="60343"/>
              <a:chOff x="0" y="0"/>
              <a:chExt cx="131734" cy="12068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131699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31699" h="120650">
                    <a:moveTo>
                      <a:pt x="124841" y="69850"/>
                    </a:moveTo>
                    <a:cubicBezTo>
                      <a:pt x="117856" y="101600"/>
                      <a:pt x="90170" y="120650"/>
                      <a:pt x="55499" y="114300"/>
                    </a:cubicBezTo>
                    <a:cubicBezTo>
                      <a:pt x="20828" y="107950"/>
                      <a:pt x="0" y="76200"/>
                      <a:pt x="6985" y="44450"/>
                    </a:cubicBezTo>
                    <a:cubicBezTo>
                      <a:pt x="13970" y="12700"/>
                      <a:pt x="48514" y="0"/>
                      <a:pt x="83185" y="6350"/>
                    </a:cubicBezTo>
                    <a:cubicBezTo>
                      <a:pt x="117856" y="12700"/>
                      <a:pt x="131699" y="38100"/>
                      <a:pt x="124841" y="69850"/>
                    </a:cubicBezTo>
                    <a:close/>
                  </a:path>
                </a:pathLst>
              </a:custGeom>
              <a:solidFill>
                <a:srgbClr val="4E2C14"/>
              </a:solidFill>
            </p:spPr>
          </p:sp>
        </p:grpSp>
        <p:grpSp>
          <p:nvGrpSpPr>
            <p:cNvPr id="72" name="Group 72"/>
            <p:cNvGrpSpPr/>
            <p:nvPr/>
          </p:nvGrpSpPr>
          <p:grpSpPr>
            <a:xfrm>
              <a:off x="6754079" y="4339135"/>
              <a:ext cx="23951" cy="18567"/>
              <a:chOff x="0" y="0"/>
              <a:chExt cx="47903" cy="3713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7879" cy="37084"/>
              </a:xfrm>
              <a:custGeom>
                <a:avLst/>
                <a:gdLst/>
                <a:ahLst/>
                <a:cxnLst/>
                <a:rect l="l" t="t" r="r" b="b"/>
                <a:pathLst>
                  <a:path w="47879" h="37084">
                    <a:moveTo>
                      <a:pt x="41021" y="18542"/>
                    </a:moveTo>
                    <a:cubicBezTo>
                      <a:pt x="41021" y="30861"/>
                      <a:pt x="27305" y="37084"/>
                      <a:pt x="20447" y="37084"/>
                    </a:cubicBezTo>
                    <a:cubicBezTo>
                      <a:pt x="6858" y="30988"/>
                      <a:pt x="0" y="24765"/>
                      <a:pt x="6858" y="12319"/>
                    </a:cubicBezTo>
                    <a:cubicBezTo>
                      <a:pt x="6858" y="6223"/>
                      <a:pt x="13716" y="0"/>
                      <a:pt x="27432" y="0"/>
                    </a:cubicBezTo>
                    <a:cubicBezTo>
                      <a:pt x="41148" y="0"/>
                      <a:pt x="47879" y="12319"/>
                      <a:pt x="41021" y="18542"/>
                    </a:cubicBezTo>
                    <a:close/>
                  </a:path>
                </a:pathLst>
              </a:custGeom>
              <a:solidFill>
                <a:srgbClr val="F7D8BA"/>
              </a:solidFill>
            </p:spPr>
          </p:sp>
        </p:grpSp>
        <p:grpSp>
          <p:nvGrpSpPr>
            <p:cNvPr id="74" name="Group 74"/>
            <p:cNvGrpSpPr/>
            <p:nvPr/>
          </p:nvGrpSpPr>
          <p:grpSpPr>
            <a:xfrm>
              <a:off x="6356315" y="4934046"/>
              <a:ext cx="861392" cy="380619"/>
              <a:chOff x="0" y="0"/>
              <a:chExt cx="1722784" cy="761237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1722755" cy="761238"/>
              </a:xfrm>
              <a:custGeom>
                <a:avLst/>
                <a:gdLst/>
                <a:ahLst/>
                <a:cxnLst/>
                <a:rect l="l" t="t" r="r" b="b"/>
                <a:pathLst>
                  <a:path w="1722755" h="761238">
                    <a:moveTo>
                      <a:pt x="1722755" y="509651"/>
                    </a:moveTo>
                    <a:cubicBezTo>
                      <a:pt x="1241552" y="717296"/>
                      <a:pt x="829945" y="761238"/>
                      <a:pt x="502158" y="629158"/>
                    </a:cubicBezTo>
                    <a:cubicBezTo>
                      <a:pt x="146431" y="484378"/>
                      <a:pt x="27940" y="188722"/>
                      <a:pt x="0" y="106934"/>
                    </a:cubicBezTo>
                    <a:cubicBezTo>
                      <a:pt x="404495" y="0"/>
                      <a:pt x="404495" y="0"/>
                      <a:pt x="404495" y="0"/>
                    </a:cubicBezTo>
                    <a:cubicBezTo>
                      <a:pt x="418465" y="44069"/>
                      <a:pt x="481203" y="207645"/>
                      <a:pt x="669544" y="283083"/>
                    </a:cubicBezTo>
                    <a:cubicBezTo>
                      <a:pt x="878840" y="364871"/>
                      <a:pt x="1178687" y="327152"/>
                      <a:pt x="1534414" y="169799"/>
                    </a:cubicBezTo>
                    <a:lnTo>
                      <a:pt x="1722755" y="509524"/>
                    </a:lnTo>
                    <a:close/>
                  </a:path>
                </a:pathLst>
              </a:custGeom>
              <a:solidFill>
                <a:srgbClr val="7DE2E7"/>
              </a:solidFill>
            </p:spPr>
          </p:sp>
        </p:grpSp>
        <p:grpSp>
          <p:nvGrpSpPr>
            <p:cNvPr id="76" name="Group 76"/>
            <p:cNvGrpSpPr/>
            <p:nvPr/>
          </p:nvGrpSpPr>
          <p:grpSpPr>
            <a:xfrm>
              <a:off x="6338351" y="4858231"/>
              <a:ext cx="241225" cy="217387"/>
              <a:chOff x="0" y="0"/>
              <a:chExt cx="482449" cy="43477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-127"/>
                <a:ext cx="482346" cy="434848"/>
              </a:xfrm>
              <a:custGeom>
                <a:avLst/>
                <a:gdLst/>
                <a:ahLst/>
                <a:cxnLst/>
                <a:rect l="l" t="t" r="r" b="b"/>
                <a:pathLst>
                  <a:path w="482346" h="434848">
                    <a:moveTo>
                      <a:pt x="433451" y="132461"/>
                    </a:moveTo>
                    <a:cubicBezTo>
                      <a:pt x="482346" y="226949"/>
                      <a:pt x="440436" y="340360"/>
                      <a:pt x="335534" y="390779"/>
                    </a:cubicBezTo>
                    <a:cubicBezTo>
                      <a:pt x="230632" y="434848"/>
                      <a:pt x="104775" y="390779"/>
                      <a:pt x="55880" y="296291"/>
                    </a:cubicBezTo>
                    <a:cubicBezTo>
                      <a:pt x="0" y="201803"/>
                      <a:pt x="48895" y="88392"/>
                      <a:pt x="153797" y="44196"/>
                    </a:cubicBezTo>
                    <a:cubicBezTo>
                      <a:pt x="258699" y="0"/>
                      <a:pt x="384556" y="37846"/>
                      <a:pt x="433451" y="132461"/>
                    </a:cubicBezTo>
                    <a:close/>
                  </a:path>
                </a:pathLst>
              </a:custGeom>
              <a:solidFill>
                <a:srgbClr val="7DE2E7"/>
              </a:solidFill>
            </p:spPr>
          </p:sp>
        </p:grpSp>
        <p:grpSp>
          <p:nvGrpSpPr>
            <p:cNvPr id="78" name="Group 78"/>
            <p:cNvGrpSpPr/>
            <p:nvPr/>
          </p:nvGrpSpPr>
          <p:grpSpPr>
            <a:xfrm>
              <a:off x="3977434" y="5087996"/>
              <a:ext cx="412306" cy="154723"/>
              <a:chOff x="0" y="0"/>
              <a:chExt cx="824611" cy="309447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24611" cy="309499"/>
              </a:xfrm>
              <a:custGeom>
                <a:avLst/>
                <a:gdLst/>
                <a:ahLst/>
                <a:cxnLst/>
                <a:rect l="l" t="t" r="r" b="b"/>
                <a:pathLst>
                  <a:path w="824611" h="309499">
                    <a:moveTo>
                      <a:pt x="0" y="233680"/>
                    </a:moveTo>
                    <a:cubicBezTo>
                      <a:pt x="202692" y="18923"/>
                      <a:pt x="202692" y="18923"/>
                      <a:pt x="202692" y="18923"/>
                    </a:cubicBezTo>
                    <a:cubicBezTo>
                      <a:pt x="202692" y="18923"/>
                      <a:pt x="209677" y="0"/>
                      <a:pt x="279527" y="12573"/>
                    </a:cubicBezTo>
                    <a:cubicBezTo>
                      <a:pt x="349377" y="25146"/>
                      <a:pt x="824611" y="126365"/>
                      <a:pt x="824611" y="126365"/>
                    </a:cubicBezTo>
                    <a:cubicBezTo>
                      <a:pt x="775716" y="303149"/>
                      <a:pt x="775716" y="303149"/>
                      <a:pt x="775716" y="303149"/>
                    </a:cubicBezTo>
                    <a:cubicBezTo>
                      <a:pt x="621919" y="258953"/>
                      <a:pt x="621919" y="258953"/>
                      <a:pt x="621919" y="258953"/>
                    </a:cubicBezTo>
                    <a:cubicBezTo>
                      <a:pt x="621919" y="258953"/>
                      <a:pt x="559054" y="309499"/>
                      <a:pt x="293497" y="258953"/>
                    </a:cubicBezTo>
                    <a:cubicBezTo>
                      <a:pt x="160782" y="195834"/>
                      <a:pt x="160782" y="195834"/>
                      <a:pt x="160782" y="195834"/>
                    </a:cubicBezTo>
                    <a:cubicBezTo>
                      <a:pt x="160782" y="195834"/>
                      <a:pt x="146812" y="265303"/>
                      <a:pt x="0" y="233680"/>
                    </a:cubicBez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80" name="Group 80"/>
            <p:cNvGrpSpPr/>
            <p:nvPr/>
          </p:nvGrpSpPr>
          <p:grpSpPr>
            <a:xfrm>
              <a:off x="4319596" y="4918575"/>
              <a:ext cx="795527" cy="427809"/>
              <a:chOff x="0" y="0"/>
              <a:chExt cx="1591053" cy="855619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1591056" cy="855599"/>
              </a:xfrm>
              <a:custGeom>
                <a:avLst/>
                <a:gdLst/>
                <a:ahLst/>
                <a:cxnLst/>
                <a:rect l="l" t="t" r="r" b="b"/>
                <a:pathLst>
                  <a:path w="1591056" h="855599">
                    <a:moveTo>
                      <a:pt x="0" y="742315"/>
                    </a:moveTo>
                    <a:cubicBezTo>
                      <a:pt x="523367" y="855599"/>
                      <a:pt x="935101" y="817753"/>
                      <a:pt x="1221232" y="629031"/>
                    </a:cubicBezTo>
                    <a:cubicBezTo>
                      <a:pt x="1535303" y="421386"/>
                      <a:pt x="1584071" y="113157"/>
                      <a:pt x="1591056" y="25019"/>
                    </a:cubicBezTo>
                    <a:cubicBezTo>
                      <a:pt x="1165352" y="0"/>
                      <a:pt x="1165352" y="0"/>
                      <a:pt x="1165352" y="0"/>
                    </a:cubicBezTo>
                    <a:cubicBezTo>
                      <a:pt x="1165352" y="44069"/>
                      <a:pt x="1137412" y="213868"/>
                      <a:pt x="969899" y="320802"/>
                    </a:cubicBezTo>
                    <a:cubicBezTo>
                      <a:pt x="788416" y="440309"/>
                      <a:pt x="488442" y="459232"/>
                      <a:pt x="97663" y="371094"/>
                    </a:cubicBezTo>
                    <a:lnTo>
                      <a:pt x="0" y="742315"/>
                    </a:lnTo>
                    <a:close/>
                  </a:path>
                </a:pathLst>
              </a:custGeom>
              <a:solidFill>
                <a:srgbClr val="0E5772"/>
              </a:solidFill>
            </p:spPr>
          </p:sp>
        </p:grpSp>
        <p:grpSp>
          <p:nvGrpSpPr>
            <p:cNvPr id="82" name="Group 82"/>
            <p:cNvGrpSpPr/>
            <p:nvPr/>
          </p:nvGrpSpPr>
          <p:grpSpPr>
            <a:xfrm>
              <a:off x="4891862" y="4827288"/>
              <a:ext cx="233526" cy="207330"/>
              <a:chOff x="0" y="0"/>
              <a:chExt cx="467052" cy="4146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467106" cy="414655"/>
              </a:xfrm>
              <a:custGeom>
                <a:avLst/>
                <a:gdLst/>
                <a:ahLst/>
                <a:cxnLst/>
                <a:rect l="l" t="t" r="r" b="b"/>
                <a:pathLst>
                  <a:path w="467106" h="414655">
                    <a:moveTo>
                      <a:pt x="27940" y="163322"/>
                    </a:moveTo>
                    <a:cubicBezTo>
                      <a:pt x="0" y="263906"/>
                      <a:pt x="69723" y="364363"/>
                      <a:pt x="188214" y="389509"/>
                    </a:cubicBezTo>
                    <a:cubicBezTo>
                      <a:pt x="299720" y="414655"/>
                      <a:pt x="411226" y="351790"/>
                      <a:pt x="439166" y="251333"/>
                    </a:cubicBezTo>
                    <a:cubicBezTo>
                      <a:pt x="467106" y="144526"/>
                      <a:pt x="397383" y="43942"/>
                      <a:pt x="285750" y="18923"/>
                    </a:cubicBezTo>
                    <a:cubicBezTo>
                      <a:pt x="167259" y="0"/>
                      <a:pt x="55753" y="62865"/>
                      <a:pt x="27940" y="163322"/>
                    </a:cubicBezTo>
                    <a:close/>
                  </a:path>
                </a:pathLst>
              </a:custGeom>
              <a:solidFill>
                <a:srgbClr val="E96642"/>
              </a:solidFill>
            </p:spPr>
          </p:sp>
        </p:grpSp>
        <p:grpSp>
          <p:nvGrpSpPr>
            <p:cNvPr id="84" name="Group 84"/>
            <p:cNvGrpSpPr/>
            <p:nvPr/>
          </p:nvGrpSpPr>
          <p:grpSpPr>
            <a:xfrm>
              <a:off x="3855968" y="5192433"/>
              <a:ext cx="522653" cy="97476"/>
              <a:chOff x="0" y="0"/>
              <a:chExt cx="1045306" cy="194952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1045337" cy="194945"/>
              </a:xfrm>
              <a:custGeom>
                <a:avLst/>
                <a:gdLst/>
                <a:ahLst/>
                <a:cxnLst/>
                <a:rect l="l" t="t" r="r" b="b"/>
                <a:pathLst>
                  <a:path w="1045337" h="194945">
                    <a:moveTo>
                      <a:pt x="0" y="50292"/>
                    </a:moveTo>
                    <a:cubicBezTo>
                      <a:pt x="0" y="75438"/>
                      <a:pt x="20955" y="100584"/>
                      <a:pt x="55753" y="100584"/>
                    </a:cubicBezTo>
                    <a:cubicBezTo>
                      <a:pt x="975614" y="188595"/>
                      <a:pt x="975614" y="188595"/>
                      <a:pt x="975614" y="188595"/>
                    </a:cubicBezTo>
                    <a:cubicBezTo>
                      <a:pt x="1010412" y="194945"/>
                      <a:pt x="1038352" y="176022"/>
                      <a:pt x="1045337" y="150876"/>
                    </a:cubicBezTo>
                    <a:cubicBezTo>
                      <a:pt x="1045337" y="119380"/>
                      <a:pt x="1017524" y="94234"/>
                      <a:pt x="982599" y="94234"/>
                    </a:cubicBezTo>
                    <a:cubicBezTo>
                      <a:pt x="69723" y="6350"/>
                      <a:pt x="69723" y="6350"/>
                      <a:pt x="69723" y="6350"/>
                    </a:cubicBezTo>
                    <a:cubicBezTo>
                      <a:pt x="34798" y="0"/>
                      <a:pt x="6985" y="18923"/>
                      <a:pt x="0" y="50292"/>
                    </a:cubicBezTo>
                    <a:close/>
                  </a:path>
                </a:pathLst>
              </a:custGeom>
              <a:solidFill>
                <a:srgbClr val="C05243"/>
              </a:solidFill>
            </p:spPr>
          </p:sp>
        </p:grpSp>
        <p:grpSp>
          <p:nvGrpSpPr>
            <p:cNvPr id="86" name="Group 86"/>
            <p:cNvGrpSpPr/>
            <p:nvPr/>
          </p:nvGrpSpPr>
          <p:grpSpPr>
            <a:xfrm>
              <a:off x="4089493" y="5236529"/>
              <a:ext cx="401185" cy="150855"/>
              <a:chOff x="0" y="0"/>
              <a:chExt cx="802370" cy="30171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02386" cy="301498"/>
              </a:xfrm>
              <a:custGeom>
                <a:avLst/>
                <a:gdLst/>
                <a:ahLst/>
                <a:cxnLst/>
                <a:rect l="l" t="t" r="r" b="b"/>
                <a:pathLst>
                  <a:path w="802386" h="301498">
                    <a:moveTo>
                      <a:pt x="6985" y="62865"/>
                    </a:moveTo>
                    <a:cubicBezTo>
                      <a:pt x="0" y="37719"/>
                      <a:pt x="48895" y="0"/>
                      <a:pt x="139573" y="18796"/>
                    </a:cubicBezTo>
                    <a:cubicBezTo>
                      <a:pt x="237236" y="37592"/>
                      <a:pt x="341884" y="18796"/>
                      <a:pt x="411734" y="25019"/>
                    </a:cubicBezTo>
                    <a:cubicBezTo>
                      <a:pt x="481457" y="37592"/>
                      <a:pt x="572262" y="50165"/>
                      <a:pt x="600075" y="68961"/>
                    </a:cubicBezTo>
                    <a:cubicBezTo>
                      <a:pt x="635000" y="94107"/>
                      <a:pt x="774446" y="100330"/>
                      <a:pt x="788416" y="100330"/>
                    </a:cubicBezTo>
                    <a:cubicBezTo>
                      <a:pt x="802386" y="100330"/>
                      <a:pt x="774446" y="301498"/>
                      <a:pt x="774446" y="301498"/>
                    </a:cubicBezTo>
                    <a:cubicBezTo>
                      <a:pt x="774446" y="301498"/>
                      <a:pt x="627888" y="244983"/>
                      <a:pt x="572135" y="238633"/>
                    </a:cubicBezTo>
                    <a:cubicBezTo>
                      <a:pt x="516255" y="238633"/>
                      <a:pt x="230251" y="219837"/>
                      <a:pt x="181356" y="200914"/>
                    </a:cubicBezTo>
                    <a:cubicBezTo>
                      <a:pt x="139446" y="182118"/>
                      <a:pt x="104648" y="106680"/>
                      <a:pt x="97663" y="100330"/>
                    </a:cubicBezTo>
                    <a:cubicBezTo>
                      <a:pt x="55753" y="94107"/>
                      <a:pt x="13970" y="100330"/>
                      <a:pt x="6985" y="62611"/>
                    </a:cubicBez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88" name="Group 88"/>
            <p:cNvGrpSpPr/>
            <p:nvPr/>
          </p:nvGrpSpPr>
          <p:grpSpPr>
            <a:xfrm>
              <a:off x="4138250" y="5286814"/>
              <a:ext cx="107781" cy="37908"/>
              <a:chOff x="0" y="0"/>
              <a:chExt cx="215563" cy="7581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215519" cy="75692"/>
              </a:xfrm>
              <a:custGeom>
                <a:avLst/>
                <a:gdLst/>
                <a:ahLst/>
                <a:cxnLst/>
                <a:rect l="l" t="t" r="r" b="b"/>
                <a:pathLst>
                  <a:path w="215519" h="75692">
                    <a:moveTo>
                      <a:pt x="0" y="0"/>
                    </a:moveTo>
                    <a:cubicBezTo>
                      <a:pt x="0" y="0"/>
                      <a:pt x="159893" y="12573"/>
                      <a:pt x="215519" y="37846"/>
                    </a:cubicBezTo>
                    <a:cubicBezTo>
                      <a:pt x="118110" y="31496"/>
                      <a:pt x="48641" y="75692"/>
                      <a:pt x="27813" y="44196"/>
                    </a:cubicBezTo>
                    <a:cubicBezTo>
                      <a:pt x="6985" y="127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AA56C"/>
              </a:solidFill>
            </p:spPr>
          </p:sp>
        </p:grpSp>
        <p:grpSp>
          <p:nvGrpSpPr>
            <p:cNvPr id="90" name="Group 90"/>
            <p:cNvGrpSpPr/>
            <p:nvPr/>
          </p:nvGrpSpPr>
          <p:grpSpPr>
            <a:xfrm>
              <a:off x="4912392" y="4653997"/>
              <a:ext cx="100938" cy="185668"/>
              <a:chOff x="0" y="0"/>
              <a:chExt cx="201876" cy="37133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201930" cy="371348"/>
              </a:xfrm>
              <a:custGeom>
                <a:avLst/>
                <a:gdLst/>
                <a:ahLst/>
                <a:cxnLst/>
                <a:rect l="l" t="t" r="r" b="b"/>
                <a:pathLst>
                  <a:path w="201930" h="371348">
                    <a:moveTo>
                      <a:pt x="0" y="0"/>
                    </a:moveTo>
                    <a:lnTo>
                      <a:pt x="181356" y="0"/>
                    </a:lnTo>
                    <a:lnTo>
                      <a:pt x="201930" y="182626"/>
                    </a:lnTo>
                    <a:lnTo>
                      <a:pt x="188214" y="365125"/>
                    </a:lnTo>
                    <a:lnTo>
                      <a:pt x="0" y="3713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92" name="Group 92"/>
            <p:cNvGrpSpPr/>
            <p:nvPr/>
          </p:nvGrpSpPr>
          <p:grpSpPr>
            <a:xfrm>
              <a:off x="5003065" y="4653998"/>
              <a:ext cx="94095" cy="182573"/>
              <a:chOff x="0" y="0"/>
              <a:chExt cx="188189" cy="365147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188214" cy="365125"/>
              </a:xfrm>
              <a:custGeom>
                <a:avLst/>
                <a:gdLst/>
                <a:ahLst/>
                <a:cxnLst/>
                <a:rect l="l" t="t" r="r" b="b"/>
                <a:pathLst>
                  <a:path w="188214" h="365125">
                    <a:moveTo>
                      <a:pt x="188214" y="0"/>
                    </a:moveTo>
                    <a:lnTo>
                      <a:pt x="188214" y="365125"/>
                    </a:lnTo>
                    <a:lnTo>
                      <a:pt x="6858" y="365125"/>
                    </a:lnTo>
                    <a:lnTo>
                      <a:pt x="0" y="0"/>
                    </a:lnTo>
                    <a:lnTo>
                      <a:pt x="188214" y="0"/>
                    </a:ln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94" name="Group 94"/>
            <p:cNvGrpSpPr/>
            <p:nvPr/>
          </p:nvGrpSpPr>
          <p:grpSpPr>
            <a:xfrm>
              <a:off x="4804611" y="4739095"/>
              <a:ext cx="396909" cy="809201"/>
              <a:chOff x="0" y="0"/>
              <a:chExt cx="793817" cy="1618403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793877" cy="1618361"/>
              </a:xfrm>
              <a:custGeom>
                <a:avLst/>
                <a:gdLst/>
                <a:ahLst/>
                <a:cxnLst/>
                <a:rect l="l" t="t" r="r" b="b"/>
                <a:pathLst>
                  <a:path w="793877" h="1618361">
                    <a:moveTo>
                      <a:pt x="222885" y="113411"/>
                    </a:moveTo>
                    <a:cubicBezTo>
                      <a:pt x="550164" y="31496"/>
                      <a:pt x="550164" y="31496"/>
                      <a:pt x="550164" y="31496"/>
                    </a:cubicBezTo>
                    <a:cubicBezTo>
                      <a:pt x="668528" y="0"/>
                      <a:pt x="779907" y="113411"/>
                      <a:pt x="779907" y="264541"/>
                    </a:cubicBezTo>
                    <a:cubicBezTo>
                      <a:pt x="793877" y="1429512"/>
                      <a:pt x="793877" y="1429512"/>
                      <a:pt x="793877" y="1429512"/>
                    </a:cubicBezTo>
                    <a:cubicBezTo>
                      <a:pt x="779907" y="1599565"/>
                      <a:pt x="779907" y="1599565"/>
                      <a:pt x="779907" y="1599565"/>
                    </a:cubicBezTo>
                    <a:cubicBezTo>
                      <a:pt x="0" y="1618361"/>
                      <a:pt x="0" y="1618361"/>
                      <a:pt x="0" y="1618361"/>
                    </a:cubicBezTo>
                    <a:cubicBezTo>
                      <a:pt x="0" y="352679"/>
                      <a:pt x="0" y="352679"/>
                      <a:pt x="0" y="352679"/>
                    </a:cubicBezTo>
                    <a:cubicBezTo>
                      <a:pt x="0" y="201549"/>
                      <a:pt x="97536" y="144780"/>
                      <a:pt x="222885" y="113411"/>
                    </a:cubicBezTo>
                    <a:close/>
                  </a:path>
                </a:pathLst>
              </a:custGeom>
              <a:solidFill>
                <a:srgbClr val="1482AC"/>
              </a:solidFill>
            </p:spPr>
          </p:sp>
        </p:grpSp>
        <p:grpSp>
          <p:nvGrpSpPr>
            <p:cNvPr id="96" name="Group 96"/>
            <p:cNvGrpSpPr/>
            <p:nvPr/>
          </p:nvGrpSpPr>
          <p:grpSpPr>
            <a:xfrm>
              <a:off x="4423956" y="4905422"/>
              <a:ext cx="708275" cy="516775"/>
              <a:chOff x="0" y="0"/>
              <a:chExt cx="1416550" cy="103355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1416558" cy="1033526"/>
              </a:xfrm>
              <a:custGeom>
                <a:avLst/>
                <a:gdLst/>
                <a:ahLst/>
                <a:cxnLst/>
                <a:rect l="l" t="t" r="r" b="b"/>
                <a:pathLst>
                  <a:path w="1416558" h="1033526">
                    <a:moveTo>
                      <a:pt x="0" y="1033526"/>
                    </a:moveTo>
                    <a:cubicBezTo>
                      <a:pt x="537337" y="1033526"/>
                      <a:pt x="928116" y="913765"/>
                      <a:pt x="1158367" y="668020"/>
                    </a:cubicBezTo>
                    <a:cubicBezTo>
                      <a:pt x="1416558" y="397002"/>
                      <a:pt x="1381633" y="88265"/>
                      <a:pt x="1360678" y="0"/>
                    </a:cubicBezTo>
                    <a:cubicBezTo>
                      <a:pt x="949071" y="62992"/>
                      <a:pt x="949071" y="62992"/>
                      <a:pt x="949071" y="62992"/>
                    </a:cubicBezTo>
                    <a:cubicBezTo>
                      <a:pt x="956056" y="107061"/>
                      <a:pt x="977011" y="277241"/>
                      <a:pt x="837438" y="422275"/>
                    </a:cubicBezTo>
                    <a:cubicBezTo>
                      <a:pt x="697865" y="573532"/>
                      <a:pt x="404749" y="655447"/>
                      <a:pt x="6985" y="649097"/>
                    </a:cubicBezTo>
                    <a:lnTo>
                      <a:pt x="0" y="1033526"/>
                    </a:lnTo>
                    <a:close/>
                  </a:path>
                </a:pathLst>
              </a:custGeom>
              <a:solidFill>
                <a:srgbClr val="1CADE4"/>
              </a:solidFill>
            </p:spPr>
          </p:sp>
        </p:grpSp>
        <p:grpSp>
          <p:nvGrpSpPr>
            <p:cNvPr id="98" name="Group 98"/>
            <p:cNvGrpSpPr/>
            <p:nvPr/>
          </p:nvGrpSpPr>
          <p:grpSpPr>
            <a:xfrm>
              <a:off x="4898706" y="4833477"/>
              <a:ext cx="208718" cy="188762"/>
              <a:chOff x="0" y="0"/>
              <a:chExt cx="417437" cy="377524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417449" cy="377571"/>
              </a:xfrm>
              <a:custGeom>
                <a:avLst/>
                <a:gdLst/>
                <a:ahLst/>
                <a:cxnLst/>
                <a:rect l="l" t="t" r="r" b="b"/>
                <a:pathLst>
                  <a:path w="417449" h="377571">
                    <a:moveTo>
                      <a:pt x="0" y="188722"/>
                    </a:moveTo>
                    <a:cubicBezTo>
                      <a:pt x="0" y="84455"/>
                      <a:pt x="93472" y="0"/>
                      <a:pt x="208661" y="0"/>
                    </a:cubicBezTo>
                    <a:cubicBezTo>
                      <a:pt x="323850" y="0"/>
                      <a:pt x="417449" y="84455"/>
                      <a:pt x="417449" y="188722"/>
                    </a:cubicBezTo>
                    <a:cubicBezTo>
                      <a:pt x="417449" y="292989"/>
                      <a:pt x="323977" y="377571"/>
                      <a:pt x="208661" y="377571"/>
                    </a:cubicBezTo>
                    <a:cubicBezTo>
                      <a:pt x="93345" y="377571"/>
                      <a:pt x="0" y="292989"/>
                      <a:pt x="0" y="188722"/>
                    </a:cubicBezTo>
                    <a:close/>
                  </a:path>
                </a:pathLst>
              </a:custGeom>
              <a:solidFill>
                <a:srgbClr val="1CADE4"/>
              </a:solidFill>
            </p:spPr>
          </p:sp>
        </p:grpSp>
        <p:grpSp>
          <p:nvGrpSpPr>
            <p:cNvPr id="100" name="Group 100"/>
            <p:cNvGrpSpPr/>
            <p:nvPr/>
          </p:nvGrpSpPr>
          <p:grpSpPr>
            <a:xfrm>
              <a:off x="4075806" y="5138281"/>
              <a:ext cx="118046" cy="37908"/>
              <a:chOff x="0" y="0"/>
              <a:chExt cx="236092" cy="75816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236093" cy="75819"/>
              </a:xfrm>
              <a:custGeom>
                <a:avLst/>
                <a:gdLst/>
                <a:ahLst/>
                <a:cxnLst/>
                <a:rect l="l" t="t" r="r" b="b"/>
                <a:pathLst>
                  <a:path w="236093" h="75819">
                    <a:moveTo>
                      <a:pt x="48641" y="0"/>
                    </a:moveTo>
                    <a:cubicBezTo>
                      <a:pt x="0" y="56896"/>
                      <a:pt x="0" y="56896"/>
                      <a:pt x="0" y="56896"/>
                    </a:cubicBezTo>
                    <a:cubicBezTo>
                      <a:pt x="0" y="56896"/>
                      <a:pt x="76327" y="19050"/>
                      <a:pt x="124968" y="50546"/>
                    </a:cubicBezTo>
                    <a:cubicBezTo>
                      <a:pt x="180467" y="75819"/>
                      <a:pt x="215265" y="75819"/>
                      <a:pt x="215265" y="75819"/>
                    </a:cubicBezTo>
                    <a:cubicBezTo>
                      <a:pt x="236093" y="37973"/>
                      <a:pt x="236093" y="37973"/>
                      <a:pt x="236093" y="37973"/>
                    </a:cubicBezTo>
                    <a:lnTo>
                      <a:pt x="48641" y="0"/>
                    </a:lnTo>
                    <a:close/>
                  </a:path>
                </a:pathLst>
              </a:custGeom>
              <a:solidFill>
                <a:srgbClr val="EAA56C"/>
              </a:solidFill>
            </p:spPr>
          </p:sp>
        </p:grpSp>
        <p:grpSp>
          <p:nvGrpSpPr>
            <p:cNvPr id="102" name="Group 102"/>
            <p:cNvGrpSpPr/>
            <p:nvPr/>
          </p:nvGrpSpPr>
          <p:grpSpPr>
            <a:xfrm>
              <a:off x="4494099" y="3986367"/>
              <a:ext cx="526074" cy="701670"/>
              <a:chOff x="0" y="0"/>
              <a:chExt cx="1052148" cy="140334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1052068" cy="1403223"/>
              </a:xfrm>
              <a:custGeom>
                <a:avLst/>
                <a:gdLst/>
                <a:ahLst/>
                <a:cxnLst/>
                <a:rect l="l" t="t" r="r" b="b"/>
                <a:pathLst>
                  <a:path w="1052068" h="1403223">
                    <a:moveTo>
                      <a:pt x="0" y="88138"/>
                    </a:moveTo>
                    <a:cubicBezTo>
                      <a:pt x="341376" y="31496"/>
                      <a:pt x="341376" y="31496"/>
                      <a:pt x="341376" y="31496"/>
                    </a:cubicBezTo>
                    <a:cubicBezTo>
                      <a:pt x="529590" y="0"/>
                      <a:pt x="863981" y="81788"/>
                      <a:pt x="905764" y="251714"/>
                    </a:cubicBezTo>
                    <a:cubicBezTo>
                      <a:pt x="1017270" y="962787"/>
                      <a:pt x="1017270" y="962787"/>
                      <a:pt x="1017270" y="962787"/>
                    </a:cubicBezTo>
                    <a:cubicBezTo>
                      <a:pt x="1052068" y="1132713"/>
                      <a:pt x="773430" y="1321435"/>
                      <a:pt x="585216" y="1352931"/>
                    </a:cubicBezTo>
                    <a:cubicBezTo>
                      <a:pt x="278638" y="1403223"/>
                      <a:pt x="278638" y="1403223"/>
                      <a:pt x="278638" y="1403223"/>
                    </a:cubicBezTo>
                    <a:lnTo>
                      <a:pt x="0" y="88138"/>
                    </a:ln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04" name="Group 104"/>
            <p:cNvGrpSpPr/>
            <p:nvPr/>
          </p:nvGrpSpPr>
          <p:grpSpPr>
            <a:xfrm>
              <a:off x="4605301" y="4077654"/>
              <a:ext cx="641553" cy="777483"/>
              <a:chOff x="0" y="0"/>
              <a:chExt cx="1283106" cy="1554967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1283208" cy="1554988"/>
              </a:xfrm>
              <a:custGeom>
                <a:avLst/>
                <a:gdLst/>
                <a:ahLst/>
                <a:cxnLst/>
                <a:rect l="l" t="t" r="r" b="b"/>
                <a:pathLst>
                  <a:path w="1283208" h="1554988">
                    <a:moveTo>
                      <a:pt x="313817" y="982091"/>
                    </a:moveTo>
                    <a:cubicBezTo>
                      <a:pt x="488188" y="1070229"/>
                      <a:pt x="774065" y="768096"/>
                      <a:pt x="739140" y="591820"/>
                    </a:cubicBezTo>
                    <a:cubicBezTo>
                      <a:pt x="648589" y="81788"/>
                      <a:pt x="648589" y="81788"/>
                      <a:pt x="648589" y="81788"/>
                    </a:cubicBezTo>
                    <a:cubicBezTo>
                      <a:pt x="669544" y="113284"/>
                      <a:pt x="990346" y="0"/>
                      <a:pt x="1004189" y="81788"/>
                    </a:cubicBezTo>
                    <a:cubicBezTo>
                      <a:pt x="1178560" y="824738"/>
                      <a:pt x="1178560" y="824738"/>
                      <a:pt x="1178560" y="824738"/>
                    </a:cubicBezTo>
                    <a:cubicBezTo>
                      <a:pt x="1283208" y="1309497"/>
                      <a:pt x="251079" y="1523492"/>
                      <a:pt x="251079" y="1523492"/>
                    </a:cubicBezTo>
                    <a:cubicBezTo>
                      <a:pt x="251079" y="1523492"/>
                      <a:pt x="104648" y="1554988"/>
                      <a:pt x="62738" y="1334643"/>
                    </a:cubicBezTo>
                    <a:cubicBezTo>
                      <a:pt x="41783" y="1240155"/>
                      <a:pt x="0" y="938022"/>
                      <a:pt x="0" y="938022"/>
                    </a:cubicBezTo>
                    <a:cubicBezTo>
                      <a:pt x="181356" y="906526"/>
                      <a:pt x="244094" y="944372"/>
                      <a:pt x="313817" y="982091"/>
                    </a:cubicBezTo>
                    <a:close/>
                  </a:path>
                </a:pathLst>
              </a:custGeom>
              <a:solidFill>
                <a:srgbClr val="C55A28"/>
              </a:solidFill>
            </p:spPr>
          </p:sp>
        </p:grpSp>
        <p:grpSp>
          <p:nvGrpSpPr>
            <p:cNvPr id="106" name="Group 106"/>
            <p:cNvGrpSpPr/>
            <p:nvPr/>
          </p:nvGrpSpPr>
          <p:grpSpPr>
            <a:xfrm>
              <a:off x="4608723" y="4225414"/>
              <a:ext cx="219839" cy="82004"/>
              <a:chOff x="0" y="0"/>
              <a:chExt cx="439678" cy="164007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439674" cy="164084"/>
              </a:xfrm>
              <a:custGeom>
                <a:avLst/>
                <a:gdLst/>
                <a:ahLst/>
                <a:cxnLst/>
                <a:rect l="l" t="t" r="r" b="b"/>
                <a:pathLst>
                  <a:path w="439674" h="164084">
                    <a:moveTo>
                      <a:pt x="83693" y="145034"/>
                    </a:moveTo>
                    <a:cubicBezTo>
                      <a:pt x="118618" y="132461"/>
                      <a:pt x="146558" y="100838"/>
                      <a:pt x="202311" y="94615"/>
                    </a:cubicBezTo>
                    <a:cubicBezTo>
                      <a:pt x="299974" y="75692"/>
                      <a:pt x="390779" y="94615"/>
                      <a:pt x="390779" y="94615"/>
                    </a:cubicBezTo>
                    <a:cubicBezTo>
                      <a:pt x="418719" y="100965"/>
                      <a:pt x="439674" y="37846"/>
                      <a:pt x="411734" y="31496"/>
                    </a:cubicBezTo>
                    <a:cubicBezTo>
                      <a:pt x="404749" y="31496"/>
                      <a:pt x="307086" y="0"/>
                      <a:pt x="188468" y="18923"/>
                    </a:cubicBezTo>
                    <a:cubicBezTo>
                      <a:pt x="132588" y="25273"/>
                      <a:pt x="62865" y="56769"/>
                      <a:pt x="27940" y="82042"/>
                    </a:cubicBezTo>
                    <a:cubicBezTo>
                      <a:pt x="0" y="100965"/>
                      <a:pt x="62865" y="164084"/>
                      <a:pt x="83820" y="145161"/>
                    </a:cubicBezTo>
                    <a:close/>
                  </a:path>
                </a:pathLst>
              </a:custGeom>
              <a:solidFill>
                <a:srgbClr val="7A5034"/>
              </a:solidFill>
            </p:spPr>
          </p:sp>
        </p:grpSp>
        <p:grpSp>
          <p:nvGrpSpPr>
            <p:cNvPr id="108" name="Group 108"/>
            <p:cNvGrpSpPr/>
            <p:nvPr/>
          </p:nvGrpSpPr>
          <p:grpSpPr>
            <a:xfrm>
              <a:off x="4633529" y="4524803"/>
              <a:ext cx="41915" cy="31718"/>
              <a:chOff x="0" y="0"/>
              <a:chExt cx="83831" cy="63436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382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63500">
                    <a:moveTo>
                      <a:pt x="0" y="38100"/>
                    </a:moveTo>
                    <a:cubicBezTo>
                      <a:pt x="6985" y="57150"/>
                      <a:pt x="27940" y="63500"/>
                      <a:pt x="48895" y="63500"/>
                    </a:cubicBezTo>
                    <a:cubicBezTo>
                      <a:pt x="69850" y="57150"/>
                      <a:pt x="83820" y="44450"/>
                      <a:pt x="83820" y="25400"/>
                    </a:cubicBezTo>
                    <a:cubicBezTo>
                      <a:pt x="76835" y="6350"/>
                      <a:pt x="55880" y="0"/>
                      <a:pt x="34925" y="0"/>
                    </a:cubicBezTo>
                    <a:cubicBezTo>
                      <a:pt x="13970" y="6350"/>
                      <a:pt x="0" y="19050"/>
                      <a:pt x="0" y="38100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10" name="Group 110"/>
            <p:cNvGrpSpPr/>
            <p:nvPr/>
          </p:nvGrpSpPr>
          <p:grpSpPr>
            <a:xfrm>
              <a:off x="4525749" y="4228508"/>
              <a:ext cx="149696" cy="343485"/>
              <a:chOff x="0" y="0"/>
              <a:chExt cx="299392" cy="68697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299339" cy="686943"/>
              </a:xfrm>
              <a:custGeom>
                <a:avLst/>
                <a:gdLst/>
                <a:ahLst/>
                <a:cxnLst/>
                <a:rect l="l" t="t" r="r" b="b"/>
                <a:pathLst>
                  <a:path w="299339" h="686943">
                    <a:moveTo>
                      <a:pt x="20828" y="0"/>
                    </a:moveTo>
                    <a:cubicBezTo>
                      <a:pt x="20828" y="0"/>
                      <a:pt x="48641" y="81915"/>
                      <a:pt x="48641" y="132334"/>
                    </a:cubicBezTo>
                    <a:cubicBezTo>
                      <a:pt x="41783" y="283591"/>
                      <a:pt x="0" y="542036"/>
                      <a:pt x="41783" y="649097"/>
                    </a:cubicBezTo>
                    <a:cubicBezTo>
                      <a:pt x="55753" y="680593"/>
                      <a:pt x="180975" y="686943"/>
                      <a:pt x="236728" y="655447"/>
                    </a:cubicBezTo>
                    <a:cubicBezTo>
                      <a:pt x="299339" y="617601"/>
                      <a:pt x="271526" y="598678"/>
                      <a:pt x="271526" y="598678"/>
                    </a:cubicBezTo>
                    <a:cubicBezTo>
                      <a:pt x="271526" y="598678"/>
                      <a:pt x="97536" y="69342"/>
                      <a:pt x="20828" y="0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12" name="Group 112"/>
            <p:cNvGrpSpPr/>
            <p:nvPr/>
          </p:nvGrpSpPr>
          <p:grpSpPr>
            <a:xfrm>
              <a:off x="4616422" y="4596749"/>
              <a:ext cx="131733" cy="66531"/>
              <a:chOff x="0" y="0"/>
              <a:chExt cx="263465" cy="133061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263525" cy="133096"/>
              </a:xfrm>
              <a:custGeom>
                <a:avLst/>
                <a:gdLst/>
                <a:ahLst/>
                <a:cxnLst/>
                <a:rect l="l" t="t" r="r" b="b"/>
                <a:pathLst>
                  <a:path w="263525" h="133096">
                    <a:moveTo>
                      <a:pt x="0" y="69723"/>
                    </a:moveTo>
                    <a:cubicBezTo>
                      <a:pt x="117856" y="57023"/>
                      <a:pt x="208026" y="12700"/>
                      <a:pt x="208026" y="12700"/>
                    </a:cubicBezTo>
                    <a:cubicBezTo>
                      <a:pt x="221869" y="0"/>
                      <a:pt x="242697" y="6350"/>
                      <a:pt x="249682" y="19050"/>
                    </a:cubicBezTo>
                    <a:cubicBezTo>
                      <a:pt x="263525" y="31750"/>
                      <a:pt x="159512" y="107696"/>
                      <a:pt x="48641" y="126746"/>
                    </a:cubicBezTo>
                    <a:cubicBezTo>
                      <a:pt x="34798" y="126746"/>
                      <a:pt x="20955" y="133096"/>
                      <a:pt x="6985" y="133096"/>
                    </a:cubicBezTo>
                    <a:lnTo>
                      <a:pt x="0" y="69723"/>
                    </a:ln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114" name="Group 114"/>
            <p:cNvGrpSpPr/>
            <p:nvPr/>
          </p:nvGrpSpPr>
          <p:grpSpPr>
            <a:xfrm>
              <a:off x="4699396" y="4301228"/>
              <a:ext cx="66722" cy="59569"/>
              <a:chOff x="0" y="0"/>
              <a:chExt cx="133444" cy="119138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133350" cy="119126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9126">
                    <a:moveTo>
                      <a:pt x="6985" y="68961"/>
                    </a:moveTo>
                    <a:cubicBezTo>
                      <a:pt x="14097" y="100330"/>
                      <a:pt x="42164" y="119126"/>
                      <a:pt x="77216" y="112903"/>
                    </a:cubicBezTo>
                    <a:cubicBezTo>
                      <a:pt x="112268" y="106680"/>
                      <a:pt x="133350" y="81534"/>
                      <a:pt x="126365" y="50165"/>
                    </a:cubicBezTo>
                    <a:cubicBezTo>
                      <a:pt x="126365" y="18796"/>
                      <a:pt x="91313" y="0"/>
                      <a:pt x="56134" y="6223"/>
                    </a:cubicBezTo>
                    <a:cubicBezTo>
                      <a:pt x="20955" y="12446"/>
                      <a:pt x="0" y="37592"/>
                      <a:pt x="6985" y="68961"/>
                    </a:cubicBezTo>
                    <a:close/>
                  </a:path>
                </a:pathLst>
              </a:custGeom>
              <a:solidFill>
                <a:srgbClr val="4E2C14"/>
              </a:solidFill>
            </p:spPr>
          </p:sp>
        </p:grpSp>
        <p:grpSp>
          <p:nvGrpSpPr>
            <p:cNvPr id="116" name="Group 116"/>
            <p:cNvGrpSpPr/>
            <p:nvPr/>
          </p:nvGrpSpPr>
          <p:grpSpPr>
            <a:xfrm>
              <a:off x="4713937" y="4316700"/>
              <a:ext cx="20530" cy="19340"/>
              <a:chOff x="0" y="0"/>
              <a:chExt cx="41060" cy="3868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41148" cy="38735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38735">
                    <a:moveTo>
                      <a:pt x="0" y="25781"/>
                    </a:moveTo>
                    <a:cubicBezTo>
                      <a:pt x="0" y="32258"/>
                      <a:pt x="13716" y="38735"/>
                      <a:pt x="27432" y="38735"/>
                    </a:cubicBezTo>
                    <a:cubicBezTo>
                      <a:pt x="34290" y="38735"/>
                      <a:pt x="41148" y="25781"/>
                      <a:pt x="41148" y="19431"/>
                    </a:cubicBezTo>
                    <a:cubicBezTo>
                      <a:pt x="41021" y="6477"/>
                      <a:pt x="27432" y="0"/>
                      <a:pt x="20574" y="0"/>
                    </a:cubicBezTo>
                    <a:cubicBezTo>
                      <a:pt x="6858" y="0"/>
                      <a:pt x="0" y="12954"/>
                      <a:pt x="0" y="25781"/>
                    </a:cubicBezTo>
                    <a:close/>
                  </a:path>
                </a:pathLst>
              </a:custGeom>
              <a:solidFill>
                <a:srgbClr val="F7D8BA"/>
              </a:solidFill>
            </p:spPr>
          </p:sp>
        </p:grpSp>
        <p:grpSp>
          <p:nvGrpSpPr>
            <p:cNvPr id="118" name="Group 118"/>
            <p:cNvGrpSpPr/>
            <p:nvPr/>
          </p:nvGrpSpPr>
          <p:grpSpPr>
            <a:xfrm>
              <a:off x="4333282" y="3759698"/>
              <a:ext cx="864815" cy="462622"/>
              <a:chOff x="0" y="0"/>
              <a:chExt cx="1729629" cy="925244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1729486" cy="925195"/>
              </a:xfrm>
              <a:custGeom>
                <a:avLst/>
                <a:gdLst/>
                <a:ahLst/>
                <a:cxnLst/>
                <a:rect l="l" t="t" r="r" b="b"/>
                <a:pathLst>
                  <a:path w="1729486" h="925195">
                    <a:moveTo>
                      <a:pt x="1304163" y="302133"/>
                    </a:moveTo>
                    <a:cubicBezTo>
                      <a:pt x="1304163" y="302133"/>
                      <a:pt x="962406" y="0"/>
                      <a:pt x="481203" y="125857"/>
                    </a:cubicBezTo>
                    <a:cubicBezTo>
                      <a:pt x="0" y="245491"/>
                      <a:pt x="153416" y="597916"/>
                      <a:pt x="320802" y="667131"/>
                    </a:cubicBezTo>
                    <a:cubicBezTo>
                      <a:pt x="488188" y="736346"/>
                      <a:pt x="990346" y="578993"/>
                      <a:pt x="955421" y="748919"/>
                    </a:cubicBezTo>
                    <a:cubicBezTo>
                      <a:pt x="955421" y="748919"/>
                      <a:pt x="1060069" y="692277"/>
                      <a:pt x="1032129" y="604139"/>
                    </a:cubicBezTo>
                    <a:cubicBezTo>
                      <a:pt x="1032129" y="604139"/>
                      <a:pt x="1171575" y="597789"/>
                      <a:pt x="1206500" y="780415"/>
                    </a:cubicBezTo>
                    <a:cubicBezTo>
                      <a:pt x="1597025" y="925195"/>
                      <a:pt x="1597025" y="925195"/>
                      <a:pt x="1597025" y="925195"/>
                    </a:cubicBezTo>
                    <a:cubicBezTo>
                      <a:pt x="1597025" y="925195"/>
                      <a:pt x="1729486" y="610489"/>
                      <a:pt x="1583055" y="371348"/>
                    </a:cubicBezTo>
                    <a:cubicBezTo>
                      <a:pt x="1513332" y="251714"/>
                      <a:pt x="1304036" y="302133"/>
                      <a:pt x="1304036" y="302133"/>
                    </a:cubicBezTo>
                    <a:close/>
                  </a:path>
                </a:pathLst>
              </a:custGeom>
              <a:solidFill>
                <a:srgbClr val="C55A28"/>
              </a:solidFill>
            </p:spPr>
          </p:sp>
        </p:grpSp>
        <p:sp>
          <p:nvSpPr>
            <p:cNvPr id="120" name="Freeform 120"/>
            <p:cNvSpPr/>
            <p:nvPr/>
          </p:nvSpPr>
          <p:spPr>
            <a:xfrm>
              <a:off x="4546278" y="4263322"/>
              <a:ext cx="352427" cy="201914"/>
            </a:xfrm>
            <a:custGeom>
              <a:avLst/>
              <a:gdLst/>
              <a:ahLst/>
              <a:cxnLst/>
              <a:rect l="l" t="t" r="r" b="b"/>
              <a:pathLst>
                <a:path w="528641" h="302871">
                  <a:moveTo>
                    <a:pt x="0" y="0"/>
                  </a:moveTo>
                  <a:lnTo>
                    <a:pt x="528641" y="0"/>
                  </a:lnTo>
                  <a:lnTo>
                    <a:pt x="528641" y="302871"/>
                  </a:lnTo>
                  <a:lnTo>
                    <a:pt x="0" y="302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1" name="Group 121"/>
            <p:cNvGrpSpPr/>
            <p:nvPr/>
          </p:nvGrpSpPr>
          <p:grpSpPr>
            <a:xfrm>
              <a:off x="4888441" y="4237791"/>
              <a:ext cx="139431" cy="82004"/>
              <a:chOff x="0" y="0"/>
              <a:chExt cx="278863" cy="164007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278892" cy="163957"/>
              </a:xfrm>
              <a:custGeom>
                <a:avLst/>
                <a:gdLst/>
                <a:ahLst/>
                <a:cxnLst/>
                <a:rect l="l" t="t" r="r" b="b"/>
                <a:pathLst>
                  <a:path w="278892" h="163957">
                    <a:moveTo>
                      <a:pt x="0" y="63500"/>
                    </a:moveTo>
                    <a:lnTo>
                      <a:pt x="272034" y="0"/>
                    </a:lnTo>
                    <a:lnTo>
                      <a:pt x="278892" y="44831"/>
                    </a:lnTo>
                    <a:lnTo>
                      <a:pt x="0" y="163957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C95230"/>
              </a:solidFill>
            </p:spPr>
          </p:sp>
        </p:grpSp>
        <p:grpSp>
          <p:nvGrpSpPr>
            <p:cNvPr id="123" name="Group 123"/>
            <p:cNvGrpSpPr/>
            <p:nvPr/>
          </p:nvGrpSpPr>
          <p:grpSpPr>
            <a:xfrm>
              <a:off x="4989379" y="4228509"/>
              <a:ext cx="80408" cy="179479"/>
              <a:chOff x="0" y="0"/>
              <a:chExt cx="160816" cy="358959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160909" cy="359029"/>
              </a:xfrm>
              <a:custGeom>
                <a:avLst/>
                <a:gdLst/>
                <a:ahLst/>
                <a:cxnLst/>
                <a:rect l="l" t="t" r="r" b="b"/>
                <a:pathLst>
                  <a:path w="160909" h="359029">
                    <a:moveTo>
                      <a:pt x="160782" y="264541"/>
                    </a:moveTo>
                    <a:cubicBezTo>
                      <a:pt x="160782" y="302387"/>
                      <a:pt x="160782" y="346456"/>
                      <a:pt x="118872" y="352679"/>
                    </a:cubicBezTo>
                    <a:cubicBezTo>
                      <a:pt x="76962" y="359029"/>
                      <a:pt x="41910" y="333756"/>
                      <a:pt x="34925" y="296037"/>
                    </a:cubicBezTo>
                    <a:cubicBezTo>
                      <a:pt x="6985" y="81915"/>
                      <a:pt x="6985" y="81915"/>
                      <a:pt x="6985" y="81915"/>
                    </a:cubicBezTo>
                    <a:cubicBezTo>
                      <a:pt x="0" y="44069"/>
                      <a:pt x="27940" y="12573"/>
                      <a:pt x="69977" y="6350"/>
                    </a:cubicBezTo>
                    <a:cubicBezTo>
                      <a:pt x="104902" y="0"/>
                      <a:pt x="146939" y="25273"/>
                      <a:pt x="146939" y="62992"/>
                    </a:cubicBezTo>
                    <a:cubicBezTo>
                      <a:pt x="153924" y="113411"/>
                      <a:pt x="139954" y="170053"/>
                      <a:pt x="160909" y="264541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25" name="Group 125"/>
            <p:cNvGrpSpPr/>
            <p:nvPr/>
          </p:nvGrpSpPr>
          <p:grpSpPr>
            <a:xfrm>
              <a:off x="5742135" y="4811040"/>
              <a:ext cx="94095" cy="100571"/>
              <a:chOff x="0" y="0"/>
              <a:chExt cx="188189" cy="201142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188214" cy="201168"/>
              </a:xfrm>
              <a:custGeom>
                <a:avLst/>
                <a:gdLst/>
                <a:ahLst/>
                <a:cxnLst/>
                <a:rect l="l" t="t" r="r" b="b"/>
                <a:pathLst>
                  <a:path w="188214" h="201168">
                    <a:moveTo>
                      <a:pt x="188214" y="0"/>
                    </a:moveTo>
                    <a:lnTo>
                      <a:pt x="22225" y="0"/>
                    </a:lnTo>
                    <a:lnTo>
                      <a:pt x="0" y="100584"/>
                    </a:lnTo>
                    <a:lnTo>
                      <a:pt x="22225" y="201168"/>
                    </a:lnTo>
                    <a:lnTo>
                      <a:pt x="188214" y="201168"/>
                    </a:lnTo>
                    <a:lnTo>
                      <a:pt x="188214" y="0"/>
                    </a:ln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127" name="Group 127"/>
            <p:cNvGrpSpPr/>
            <p:nvPr/>
          </p:nvGrpSpPr>
          <p:grpSpPr>
            <a:xfrm>
              <a:off x="5669425" y="4811040"/>
              <a:ext cx="83830" cy="100571"/>
              <a:chOff x="0" y="0"/>
              <a:chExt cx="167660" cy="201142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167640" cy="201168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201168">
                    <a:moveTo>
                      <a:pt x="0" y="0"/>
                    </a:moveTo>
                    <a:lnTo>
                      <a:pt x="167640" y="0"/>
                    </a:lnTo>
                    <a:lnTo>
                      <a:pt x="167640" y="201168"/>
                    </a:lnTo>
                    <a:lnTo>
                      <a:pt x="0" y="201168"/>
                    </a:ln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29" name="Group 129"/>
            <p:cNvGrpSpPr/>
            <p:nvPr/>
          </p:nvGrpSpPr>
          <p:grpSpPr>
            <a:xfrm>
              <a:off x="5407672" y="4908516"/>
              <a:ext cx="355848" cy="570155"/>
              <a:chOff x="0" y="0"/>
              <a:chExt cx="711696" cy="1140309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711708" cy="1140333"/>
              </a:xfrm>
              <a:custGeom>
                <a:avLst/>
                <a:gdLst/>
                <a:ahLst/>
                <a:cxnLst/>
                <a:rect l="l" t="t" r="r" b="b"/>
                <a:pathLst>
                  <a:path w="711708" h="1140333">
                    <a:moveTo>
                      <a:pt x="202311" y="0"/>
                    </a:moveTo>
                    <a:cubicBezTo>
                      <a:pt x="90678" y="0"/>
                      <a:pt x="0" y="75565"/>
                      <a:pt x="0" y="207899"/>
                    </a:cubicBezTo>
                    <a:cubicBezTo>
                      <a:pt x="69723" y="1140333"/>
                      <a:pt x="69723" y="1140333"/>
                      <a:pt x="69723" y="1140333"/>
                    </a:cubicBezTo>
                    <a:cubicBezTo>
                      <a:pt x="697738" y="1140333"/>
                      <a:pt x="697738" y="1140333"/>
                      <a:pt x="697738" y="1140333"/>
                    </a:cubicBezTo>
                    <a:cubicBezTo>
                      <a:pt x="711708" y="630047"/>
                      <a:pt x="711708" y="630047"/>
                      <a:pt x="711708" y="630047"/>
                    </a:cubicBezTo>
                    <a:cubicBezTo>
                      <a:pt x="697738" y="0"/>
                      <a:pt x="697738" y="0"/>
                      <a:pt x="697738" y="0"/>
                    </a:cubicBezTo>
                    <a:lnTo>
                      <a:pt x="202311" y="0"/>
                    </a:lnTo>
                    <a:close/>
                  </a:path>
                </a:pathLst>
              </a:custGeom>
              <a:solidFill>
                <a:srgbClr val="2683C6"/>
              </a:solidFill>
            </p:spPr>
          </p:sp>
        </p:grpSp>
        <p:grpSp>
          <p:nvGrpSpPr>
            <p:cNvPr id="131" name="Group 131"/>
            <p:cNvGrpSpPr/>
            <p:nvPr/>
          </p:nvGrpSpPr>
          <p:grpSpPr>
            <a:xfrm>
              <a:off x="5753255" y="4908516"/>
              <a:ext cx="344729" cy="570155"/>
              <a:chOff x="0" y="0"/>
              <a:chExt cx="689457" cy="1140309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689483" cy="1140333"/>
              </a:xfrm>
              <a:custGeom>
                <a:avLst/>
                <a:gdLst/>
                <a:ahLst/>
                <a:cxnLst/>
                <a:rect l="l" t="t" r="r" b="b"/>
                <a:pathLst>
                  <a:path w="689483" h="1140333">
                    <a:moveTo>
                      <a:pt x="689483" y="207899"/>
                    </a:moveTo>
                    <a:cubicBezTo>
                      <a:pt x="689483" y="75565"/>
                      <a:pt x="598932" y="0"/>
                      <a:pt x="48755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40333"/>
                      <a:pt x="0" y="1140333"/>
                      <a:pt x="0" y="1140333"/>
                    </a:cubicBezTo>
                    <a:cubicBezTo>
                      <a:pt x="619760" y="1140333"/>
                      <a:pt x="619760" y="1140333"/>
                      <a:pt x="619760" y="1140333"/>
                    </a:cubicBezTo>
                    <a:lnTo>
                      <a:pt x="689356" y="207899"/>
                    </a:lnTo>
                    <a:close/>
                  </a:path>
                </a:pathLst>
              </a:custGeom>
              <a:solidFill>
                <a:srgbClr val="2683C6"/>
              </a:solidFill>
            </p:spPr>
          </p:sp>
        </p:grpSp>
        <p:grpSp>
          <p:nvGrpSpPr>
            <p:cNvPr id="133" name="Group 133"/>
            <p:cNvGrpSpPr/>
            <p:nvPr/>
          </p:nvGrpSpPr>
          <p:grpSpPr>
            <a:xfrm>
              <a:off x="5526573" y="4908516"/>
              <a:ext cx="191611" cy="185668"/>
              <a:chOff x="0" y="0"/>
              <a:chExt cx="383223" cy="371335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383286" cy="371348"/>
              </a:xfrm>
              <a:custGeom>
                <a:avLst/>
                <a:gdLst/>
                <a:ahLst/>
                <a:cxnLst/>
                <a:rect l="l" t="t" r="r" b="b"/>
                <a:pathLst>
                  <a:path w="383286" h="371348">
                    <a:moveTo>
                      <a:pt x="181356" y="371348"/>
                    </a:moveTo>
                    <a:lnTo>
                      <a:pt x="383286" y="176403"/>
                    </a:lnTo>
                    <a:lnTo>
                      <a:pt x="117983" y="0"/>
                    </a:lnTo>
                    <a:lnTo>
                      <a:pt x="0" y="0"/>
                    </a:lnTo>
                    <a:lnTo>
                      <a:pt x="181356" y="371348"/>
                    </a:lnTo>
                    <a:close/>
                  </a:path>
                </a:pathLst>
              </a:custGeom>
              <a:solidFill>
                <a:srgbClr val="1D6295"/>
              </a:solidFill>
            </p:spPr>
          </p:sp>
        </p:grpSp>
        <p:grpSp>
          <p:nvGrpSpPr>
            <p:cNvPr id="135" name="Group 135"/>
            <p:cNvGrpSpPr/>
            <p:nvPr/>
          </p:nvGrpSpPr>
          <p:grpSpPr>
            <a:xfrm>
              <a:off x="5790891" y="4908516"/>
              <a:ext cx="192467" cy="185668"/>
              <a:chOff x="0" y="0"/>
              <a:chExt cx="384933" cy="371335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384937" cy="371348"/>
              </a:xfrm>
              <a:custGeom>
                <a:avLst/>
                <a:gdLst/>
                <a:ahLst/>
                <a:cxnLst/>
                <a:rect l="l" t="t" r="r" b="b"/>
                <a:pathLst>
                  <a:path w="384937" h="371348">
                    <a:moveTo>
                      <a:pt x="203581" y="371348"/>
                    </a:moveTo>
                    <a:lnTo>
                      <a:pt x="0" y="176403"/>
                    </a:lnTo>
                    <a:lnTo>
                      <a:pt x="265176" y="0"/>
                    </a:lnTo>
                    <a:lnTo>
                      <a:pt x="384937" y="0"/>
                    </a:lnTo>
                    <a:lnTo>
                      <a:pt x="203581" y="371348"/>
                    </a:lnTo>
                    <a:close/>
                  </a:path>
                </a:pathLst>
              </a:custGeom>
              <a:solidFill>
                <a:srgbClr val="1D6295"/>
              </a:solidFill>
            </p:spPr>
          </p:sp>
        </p:grpSp>
        <p:grpSp>
          <p:nvGrpSpPr>
            <p:cNvPr id="137" name="Group 137"/>
            <p:cNvGrpSpPr/>
            <p:nvPr/>
          </p:nvGrpSpPr>
          <p:grpSpPr>
            <a:xfrm>
              <a:off x="5742135" y="4899233"/>
              <a:ext cx="181346" cy="182573"/>
              <a:chOff x="0" y="0"/>
              <a:chExt cx="362692" cy="365147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362712" cy="365125"/>
              </a:xfrm>
              <a:custGeom>
                <a:avLst/>
                <a:gdLst/>
                <a:ahLst/>
                <a:cxnLst/>
                <a:rect l="l" t="t" r="r" b="b"/>
                <a:pathLst>
                  <a:path w="362712" h="365125">
                    <a:moveTo>
                      <a:pt x="22225" y="0"/>
                    </a:moveTo>
                    <a:lnTo>
                      <a:pt x="0" y="157861"/>
                    </a:lnTo>
                    <a:lnTo>
                      <a:pt x="22225" y="365125"/>
                    </a:lnTo>
                    <a:lnTo>
                      <a:pt x="97536" y="194945"/>
                    </a:lnTo>
                    <a:lnTo>
                      <a:pt x="362712" y="18542"/>
                    </a:lnTo>
                    <a:lnTo>
                      <a:pt x="22225" y="0"/>
                    </a:lnTo>
                    <a:close/>
                  </a:path>
                </a:pathLst>
              </a:custGeom>
              <a:solidFill>
                <a:srgbClr val="F9F9F9"/>
              </a:solidFill>
            </p:spPr>
          </p:sp>
        </p:grpSp>
        <p:grpSp>
          <p:nvGrpSpPr>
            <p:cNvPr id="139" name="Group 139"/>
            <p:cNvGrpSpPr/>
            <p:nvPr/>
          </p:nvGrpSpPr>
          <p:grpSpPr>
            <a:xfrm>
              <a:off x="5585595" y="4899233"/>
              <a:ext cx="167659" cy="182573"/>
              <a:chOff x="0" y="0"/>
              <a:chExt cx="335318" cy="36514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335280" cy="365125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65125">
                    <a:moveTo>
                      <a:pt x="0" y="18542"/>
                    </a:moveTo>
                    <a:lnTo>
                      <a:pt x="265176" y="194945"/>
                    </a:lnTo>
                    <a:lnTo>
                      <a:pt x="335280" y="365125"/>
                    </a:lnTo>
                    <a:lnTo>
                      <a:pt x="335280" y="0"/>
                    </a:lnTo>
                    <a:lnTo>
                      <a:pt x="0" y="1854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41" name="Group 141"/>
            <p:cNvGrpSpPr/>
            <p:nvPr/>
          </p:nvGrpSpPr>
          <p:grpSpPr>
            <a:xfrm>
              <a:off x="5498344" y="4902327"/>
              <a:ext cx="59023" cy="516775"/>
              <a:chOff x="0" y="0"/>
              <a:chExt cx="118047" cy="103355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118110" cy="1033526"/>
              </a:xfrm>
              <a:custGeom>
                <a:avLst/>
                <a:gdLst/>
                <a:ahLst/>
                <a:cxnLst/>
                <a:rect l="l" t="t" r="r" b="b"/>
                <a:pathLst>
                  <a:path w="118110" h="1033526">
                    <a:moveTo>
                      <a:pt x="118110" y="1033526"/>
                    </a:moveTo>
                    <a:cubicBezTo>
                      <a:pt x="118110" y="18923"/>
                      <a:pt x="118110" y="18923"/>
                      <a:pt x="118110" y="18923"/>
                    </a:cubicBezTo>
                    <a:cubicBezTo>
                      <a:pt x="118110" y="6350"/>
                      <a:pt x="104140" y="0"/>
                      <a:pt x="90297" y="0"/>
                    </a:cubicBezTo>
                    <a:cubicBezTo>
                      <a:pt x="20828" y="0"/>
                      <a:pt x="20828" y="0"/>
                      <a:pt x="20828" y="0"/>
                    </a:cubicBezTo>
                    <a:cubicBezTo>
                      <a:pt x="6985" y="0"/>
                      <a:pt x="0" y="6350"/>
                      <a:pt x="0" y="18923"/>
                    </a:cubicBezTo>
                    <a:cubicBezTo>
                      <a:pt x="0" y="1033526"/>
                      <a:pt x="0" y="1033526"/>
                      <a:pt x="0" y="1033526"/>
                    </a:cubicBezTo>
                    <a:lnTo>
                      <a:pt x="118110" y="1033526"/>
                    </a:lnTo>
                    <a:close/>
                  </a:path>
                </a:pathLst>
              </a:custGeom>
              <a:solidFill>
                <a:srgbClr val="D45F36"/>
              </a:solidFill>
            </p:spPr>
          </p:sp>
        </p:grpSp>
        <p:grpSp>
          <p:nvGrpSpPr>
            <p:cNvPr id="143" name="Group 143"/>
            <p:cNvGrpSpPr/>
            <p:nvPr/>
          </p:nvGrpSpPr>
          <p:grpSpPr>
            <a:xfrm>
              <a:off x="5944865" y="4902327"/>
              <a:ext cx="59023" cy="516775"/>
              <a:chOff x="0" y="0"/>
              <a:chExt cx="118047" cy="103355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118110" cy="1033526"/>
              </a:xfrm>
              <a:custGeom>
                <a:avLst/>
                <a:gdLst/>
                <a:ahLst/>
                <a:cxnLst/>
                <a:rect l="l" t="t" r="r" b="b"/>
                <a:pathLst>
                  <a:path w="118110" h="1033526">
                    <a:moveTo>
                      <a:pt x="118110" y="1033526"/>
                    </a:moveTo>
                    <a:cubicBezTo>
                      <a:pt x="118110" y="18923"/>
                      <a:pt x="118110" y="18923"/>
                      <a:pt x="118110" y="18923"/>
                    </a:cubicBezTo>
                    <a:cubicBezTo>
                      <a:pt x="118110" y="6350"/>
                      <a:pt x="104140" y="0"/>
                      <a:pt x="90297" y="0"/>
                    </a:cubicBezTo>
                    <a:cubicBezTo>
                      <a:pt x="20828" y="0"/>
                      <a:pt x="20828" y="0"/>
                      <a:pt x="20828" y="0"/>
                    </a:cubicBezTo>
                    <a:cubicBezTo>
                      <a:pt x="6985" y="0"/>
                      <a:pt x="0" y="6350"/>
                      <a:pt x="0" y="18923"/>
                    </a:cubicBezTo>
                    <a:cubicBezTo>
                      <a:pt x="0" y="1033526"/>
                      <a:pt x="0" y="1033526"/>
                      <a:pt x="0" y="1033526"/>
                    </a:cubicBezTo>
                    <a:lnTo>
                      <a:pt x="118110" y="1033526"/>
                    </a:lnTo>
                    <a:close/>
                  </a:path>
                </a:pathLst>
              </a:custGeom>
              <a:solidFill>
                <a:srgbClr val="C95230"/>
              </a:solidFill>
            </p:spPr>
          </p:sp>
        </p:grpSp>
        <p:grpSp>
          <p:nvGrpSpPr>
            <p:cNvPr id="145" name="Group 145"/>
            <p:cNvGrpSpPr/>
            <p:nvPr/>
          </p:nvGrpSpPr>
          <p:grpSpPr>
            <a:xfrm>
              <a:off x="5484658" y="5378101"/>
              <a:ext cx="87251" cy="78909"/>
              <a:chOff x="0" y="0"/>
              <a:chExt cx="174502" cy="15781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174625" cy="157861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57861">
                    <a:moveTo>
                      <a:pt x="174498" y="107315"/>
                    </a:moveTo>
                    <a:cubicBezTo>
                      <a:pt x="174498" y="132588"/>
                      <a:pt x="146558" y="157861"/>
                      <a:pt x="118618" y="157861"/>
                    </a:cubicBezTo>
                    <a:cubicBezTo>
                      <a:pt x="48768" y="157861"/>
                      <a:pt x="48768" y="157861"/>
                      <a:pt x="48768" y="157861"/>
                    </a:cubicBezTo>
                    <a:cubicBezTo>
                      <a:pt x="20955" y="157861"/>
                      <a:pt x="0" y="132588"/>
                      <a:pt x="0" y="107315"/>
                    </a:cubicBezTo>
                    <a:cubicBezTo>
                      <a:pt x="0" y="44196"/>
                      <a:pt x="0" y="44196"/>
                      <a:pt x="0" y="44196"/>
                    </a:cubicBezTo>
                    <a:cubicBezTo>
                      <a:pt x="0" y="18923"/>
                      <a:pt x="20955" y="0"/>
                      <a:pt x="48895" y="0"/>
                    </a:cubicBezTo>
                    <a:cubicBezTo>
                      <a:pt x="118745" y="0"/>
                      <a:pt x="118745" y="0"/>
                      <a:pt x="118745" y="0"/>
                    </a:cubicBezTo>
                    <a:cubicBezTo>
                      <a:pt x="146685" y="0"/>
                      <a:pt x="174625" y="18923"/>
                      <a:pt x="174625" y="44196"/>
                    </a:cubicBezTo>
                    <a:lnTo>
                      <a:pt x="174625" y="107315"/>
                    </a:lnTo>
                    <a:close/>
                  </a:path>
                </a:pathLst>
              </a:custGeom>
              <a:solidFill>
                <a:srgbClr val="C55A28"/>
              </a:solidFill>
            </p:spPr>
          </p:sp>
        </p:grpSp>
        <p:grpSp>
          <p:nvGrpSpPr>
            <p:cNvPr id="147" name="Group 147"/>
            <p:cNvGrpSpPr/>
            <p:nvPr/>
          </p:nvGrpSpPr>
          <p:grpSpPr>
            <a:xfrm>
              <a:off x="5930325" y="5378101"/>
              <a:ext cx="87251" cy="78909"/>
              <a:chOff x="0" y="0"/>
              <a:chExt cx="174502" cy="157817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174625" cy="157861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57861">
                    <a:moveTo>
                      <a:pt x="174498" y="107315"/>
                    </a:moveTo>
                    <a:cubicBezTo>
                      <a:pt x="174498" y="132588"/>
                      <a:pt x="146558" y="157861"/>
                      <a:pt x="118618" y="157861"/>
                    </a:cubicBezTo>
                    <a:cubicBezTo>
                      <a:pt x="48768" y="157861"/>
                      <a:pt x="48768" y="157861"/>
                      <a:pt x="48768" y="157861"/>
                    </a:cubicBezTo>
                    <a:cubicBezTo>
                      <a:pt x="20955" y="157861"/>
                      <a:pt x="0" y="132588"/>
                      <a:pt x="0" y="107315"/>
                    </a:cubicBezTo>
                    <a:cubicBezTo>
                      <a:pt x="0" y="44196"/>
                      <a:pt x="0" y="44196"/>
                      <a:pt x="0" y="44196"/>
                    </a:cubicBezTo>
                    <a:cubicBezTo>
                      <a:pt x="0" y="18923"/>
                      <a:pt x="20955" y="0"/>
                      <a:pt x="48895" y="0"/>
                    </a:cubicBezTo>
                    <a:cubicBezTo>
                      <a:pt x="118745" y="0"/>
                      <a:pt x="118745" y="0"/>
                      <a:pt x="118745" y="0"/>
                    </a:cubicBezTo>
                    <a:cubicBezTo>
                      <a:pt x="146685" y="0"/>
                      <a:pt x="174625" y="18923"/>
                      <a:pt x="174625" y="44196"/>
                    </a:cubicBezTo>
                    <a:lnTo>
                      <a:pt x="174625" y="107315"/>
                    </a:lnTo>
                    <a:close/>
                  </a:path>
                </a:pathLst>
              </a:custGeom>
              <a:solidFill>
                <a:srgbClr val="BD5328"/>
              </a:solidFill>
            </p:spPr>
          </p:sp>
        </p:grpSp>
        <p:grpSp>
          <p:nvGrpSpPr>
            <p:cNvPr id="149" name="Group 149"/>
            <p:cNvGrpSpPr/>
            <p:nvPr/>
          </p:nvGrpSpPr>
          <p:grpSpPr>
            <a:xfrm>
              <a:off x="5753255" y="4867514"/>
              <a:ext cx="111203" cy="113721"/>
              <a:chOff x="0" y="0"/>
              <a:chExt cx="222405" cy="227443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0" y="0"/>
                <a:ext cx="222377" cy="227457"/>
              </a:xfrm>
              <a:custGeom>
                <a:avLst/>
                <a:gdLst/>
                <a:ahLst/>
                <a:cxnLst/>
                <a:rect l="l" t="t" r="r" b="b"/>
                <a:pathLst>
                  <a:path w="222377" h="227457">
                    <a:moveTo>
                      <a:pt x="222377" y="0"/>
                    </a:moveTo>
                    <a:lnTo>
                      <a:pt x="0" y="114554"/>
                    </a:lnTo>
                    <a:lnTo>
                      <a:pt x="222377" y="227457"/>
                    </a:lnTo>
                    <a:lnTo>
                      <a:pt x="222377" y="0"/>
                    </a:lnTo>
                    <a:close/>
                  </a:path>
                </a:pathLst>
              </a:custGeom>
              <a:solidFill>
                <a:srgbClr val="478879"/>
              </a:solidFill>
            </p:spPr>
          </p:sp>
        </p:grpSp>
        <p:grpSp>
          <p:nvGrpSpPr>
            <p:cNvPr id="151" name="Group 151"/>
            <p:cNvGrpSpPr/>
            <p:nvPr/>
          </p:nvGrpSpPr>
          <p:grpSpPr>
            <a:xfrm>
              <a:off x="5641197" y="4867514"/>
              <a:ext cx="112059" cy="113721"/>
              <a:chOff x="0" y="0"/>
              <a:chExt cx="224118" cy="227443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224155" cy="227457"/>
              </a:xfrm>
              <a:custGeom>
                <a:avLst/>
                <a:gdLst/>
                <a:ahLst/>
                <a:cxnLst/>
                <a:rect l="l" t="t" r="r" b="b"/>
                <a:pathLst>
                  <a:path w="224155" h="227457">
                    <a:moveTo>
                      <a:pt x="0" y="0"/>
                    </a:moveTo>
                    <a:lnTo>
                      <a:pt x="224155" y="114554"/>
                    </a:lnTo>
                    <a:lnTo>
                      <a:pt x="0" y="2274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9285"/>
              </a:solidFill>
            </p:spPr>
          </p:sp>
        </p:grpSp>
        <p:grpSp>
          <p:nvGrpSpPr>
            <p:cNvPr id="153" name="Group 153"/>
            <p:cNvGrpSpPr/>
            <p:nvPr/>
          </p:nvGrpSpPr>
          <p:grpSpPr>
            <a:xfrm>
              <a:off x="5714761" y="4889950"/>
              <a:ext cx="48759" cy="72720"/>
              <a:chOff x="0" y="0"/>
              <a:chExt cx="97518" cy="145439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97536" cy="145415"/>
              </a:xfrm>
              <a:custGeom>
                <a:avLst/>
                <a:gdLst/>
                <a:ahLst/>
                <a:cxnLst/>
                <a:rect l="l" t="t" r="r" b="b"/>
                <a:pathLst>
                  <a:path w="97536" h="145415">
                    <a:moveTo>
                      <a:pt x="55753" y="0"/>
                    </a:moveTo>
                    <a:cubicBezTo>
                      <a:pt x="20955" y="0"/>
                      <a:pt x="0" y="25273"/>
                      <a:pt x="0" y="56896"/>
                    </a:cubicBezTo>
                    <a:cubicBezTo>
                      <a:pt x="0" y="88519"/>
                      <a:pt x="0" y="88519"/>
                      <a:pt x="0" y="88519"/>
                    </a:cubicBezTo>
                    <a:cubicBezTo>
                      <a:pt x="0" y="120142"/>
                      <a:pt x="20955" y="145415"/>
                      <a:pt x="55753" y="145415"/>
                    </a:cubicBezTo>
                    <a:cubicBezTo>
                      <a:pt x="76708" y="145415"/>
                      <a:pt x="76708" y="145415"/>
                      <a:pt x="76708" y="145415"/>
                    </a:cubicBezTo>
                    <a:cubicBezTo>
                      <a:pt x="97536" y="69596"/>
                      <a:pt x="97536" y="69596"/>
                      <a:pt x="97536" y="69596"/>
                    </a:cubicBezTo>
                    <a:cubicBezTo>
                      <a:pt x="76581" y="0"/>
                      <a:pt x="76581" y="0"/>
                      <a:pt x="76581" y="0"/>
                    </a:cubicBezTo>
                    <a:lnTo>
                      <a:pt x="55753" y="0"/>
                    </a:lnTo>
                    <a:close/>
                  </a:path>
                </a:pathLst>
              </a:custGeom>
              <a:solidFill>
                <a:srgbClr val="529285"/>
              </a:solidFill>
            </p:spPr>
          </p:sp>
        </p:grpSp>
        <p:grpSp>
          <p:nvGrpSpPr>
            <p:cNvPr id="155" name="Group 155"/>
            <p:cNvGrpSpPr/>
            <p:nvPr/>
          </p:nvGrpSpPr>
          <p:grpSpPr>
            <a:xfrm>
              <a:off x="5753255" y="4889950"/>
              <a:ext cx="41058" cy="72720"/>
              <a:chOff x="0" y="0"/>
              <a:chExt cx="82116" cy="145439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0" y="0"/>
                <a:ext cx="82169" cy="145415"/>
              </a:xfrm>
              <a:custGeom>
                <a:avLst/>
                <a:gdLst/>
                <a:ahLst/>
                <a:cxnLst/>
                <a:rect l="l" t="t" r="r" b="b"/>
                <a:pathLst>
                  <a:path w="82169" h="145415">
                    <a:moveTo>
                      <a:pt x="2057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5415"/>
                      <a:pt x="0" y="145415"/>
                      <a:pt x="0" y="145415"/>
                    </a:cubicBezTo>
                    <a:cubicBezTo>
                      <a:pt x="20574" y="145415"/>
                      <a:pt x="20574" y="145415"/>
                      <a:pt x="20574" y="145415"/>
                    </a:cubicBezTo>
                    <a:cubicBezTo>
                      <a:pt x="54737" y="145415"/>
                      <a:pt x="82169" y="120142"/>
                      <a:pt x="82169" y="88519"/>
                    </a:cubicBezTo>
                    <a:cubicBezTo>
                      <a:pt x="82169" y="56896"/>
                      <a:pt x="82169" y="56896"/>
                      <a:pt x="82169" y="56896"/>
                    </a:cubicBezTo>
                    <a:cubicBezTo>
                      <a:pt x="82169" y="25273"/>
                      <a:pt x="54737" y="0"/>
                      <a:pt x="20574" y="0"/>
                    </a:cubicBezTo>
                    <a:close/>
                  </a:path>
                </a:pathLst>
              </a:custGeom>
              <a:solidFill>
                <a:srgbClr val="478879"/>
              </a:solidFill>
            </p:spPr>
          </p:sp>
        </p:grpSp>
        <p:grpSp>
          <p:nvGrpSpPr>
            <p:cNvPr id="157" name="Group 157"/>
            <p:cNvGrpSpPr/>
            <p:nvPr/>
          </p:nvGrpSpPr>
          <p:grpSpPr>
            <a:xfrm>
              <a:off x="6074032" y="4354608"/>
              <a:ext cx="87251" cy="185668"/>
              <a:chOff x="0" y="0"/>
              <a:chExt cx="174502" cy="371335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-127" y="0"/>
                <a:ext cx="174625" cy="371348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371348">
                    <a:moveTo>
                      <a:pt x="132715" y="283210"/>
                    </a:moveTo>
                    <a:cubicBezTo>
                      <a:pt x="132715" y="320929"/>
                      <a:pt x="111760" y="371348"/>
                      <a:pt x="69850" y="364998"/>
                    </a:cubicBezTo>
                    <a:cubicBezTo>
                      <a:pt x="27940" y="364998"/>
                      <a:pt x="0" y="333502"/>
                      <a:pt x="0" y="295783"/>
                    </a:cubicBezTo>
                    <a:cubicBezTo>
                      <a:pt x="14097" y="69215"/>
                      <a:pt x="14097" y="69215"/>
                      <a:pt x="14097" y="69215"/>
                    </a:cubicBezTo>
                    <a:cubicBezTo>
                      <a:pt x="14097" y="31496"/>
                      <a:pt x="56007" y="0"/>
                      <a:pt x="97790" y="6350"/>
                    </a:cubicBezTo>
                    <a:cubicBezTo>
                      <a:pt x="139700" y="6350"/>
                      <a:pt x="174625" y="37846"/>
                      <a:pt x="167640" y="75565"/>
                    </a:cubicBezTo>
                    <a:cubicBezTo>
                      <a:pt x="160655" y="125857"/>
                      <a:pt x="132715" y="182499"/>
                      <a:pt x="132715" y="283210"/>
                    </a:cubicBez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159" name="Group 159"/>
            <p:cNvGrpSpPr/>
            <p:nvPr/>
          </p:nvGrpSpPr>
          <p:grpSpPr>
            <a:xfrm>
              <a:off x="5345226" y="4354608"/>
              <a:ext cx="86395" cy="185668"/>
              <a:chOff x="0" y="0"/>
              <a:chExt cx="172790" cy="371335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172847" cy="371348"/>
              </a:xfrm>
              <a:custGeom>
                <a:avLst/>
                <a:gdLst/>
                <a:ahLst/>
                <a:cxnLst/>
                <a:rect l="l" t="t" r="r" b="b"/>
                <a:pathLst>
                  <a:path w="172847" h="371348">
                    <a:moveTo>
                      <a:pt x="41529" y="283210"/>
                    </a:moveTo>
                    <a:cubicBezTo>
                      <a:pt x="48387" y="320929"/>
                      <a:pt x="62230" y="371348"/>
                      <a:pt x="103759" y="364998"/>
                    </a:cubicBezTo>
                    <a:cubicBezTo>
                      <a:pt x="145288" y="364998"/>
                      <a:pt x="172847" y="333502"/>
                      <a:pt x="172847" y="295783"/>
                    </a:cubicBezTo>
                    <a:cubicBezTo>
                      <a:pt x="159004" y="69215"/>
                      <a:pt x="159004" y="69215"/>
                      <a:pt x="159004" y="69215"/>
                    </a:cubicBezTo>
                    <a:cubicBezTo>
                      <a:pt x="159004" y="31496"/>
                      <a:pt x="124460" y="0"/>
                      <a:pt x="82931" y="6350"/>
                    </a:cubicBezTo>
                    <a:cubicBezTo>
                      <a:pt x="41529" y="6350"/>
                      <a:pt x="0" y="37719"/>
                      <a:pt x="6858" y="75565"/>
                    </a:cubicBezTo>
                    <a:cubicBezTo>
                      <a:pt x="20701" y="125857"/>
                      <a:pt x="41529" y="182499"/>
                      <a:pt x="41529" y="283210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61" name="Group 161"/>
            <p:cNvGrpSpPr/>
            <p:nvPr/>
          </p:nvGrpSpPr>
          <p:grpSpPr>
            <a:xfrm>
              <a:off x="5393984" y="4011123"/>
              <a:ext cx="721962" cy="708633"/>
              <a:chOff x="0" y="0"/>
              <a:chExt cx="1443924" cy="1417265"/>
            </a:xfrm>
          </p:grpSpPr>
          <p:sp>
            <p:nvSpPr>
              <p:cNvPr id="162" name="Freeform 162"/>
              <p:cNvSpPr/>
              <p:nvPr/>
            </p:nvSpPr>
            <p:spPr>
              <a:xfrm>
                <a:off x="0" y="0"/>
                <a:ext cx="1443863" cy="1417193"/>
              </a:xfrm>
              <a:custGeom>
                <a:avLst/>
                <a:gdLst/>
                <a:ahLst/>
                <a:cxnLst/>
                <a:rect l="l" t="t" r="r" b="b"/>
                <a:pathLst>
                  <a:path w="1443863" h="1417193">
                    <a:moveTo>
                      <a:pt x="1409065" y="1089660"/>
                    </a:moveTo>
                    <a:cubicBezTo>
                      <a:pt x="1409065" y="1272286"/>
                      <a:pt x="1248664" y="1417193"/>
                      <a:pt x="1046353" y="1417193"/>
                    </a:cubicBezTo>
                    <a:cubicBezTo>
                      <a:pt x="397637" y="1417193"/>
                      <a:pt x="397637" y="1417193"/>
                      <a:pt x="397637" y="1417193"/>
                    </a:cubicBezTo>
                    <a:cubicBezTo>
                      <a:pt x="195326" y="1417193"/>
                      <a:pt x="34925" y="1272286"/>
                      <a:pt x="34925" y="1089660"/>
                    </a:cubicBezTo>
                    <a:cubicBezTo>
                      <a:pt x="0" y="321310"/>
                      <a:pt x="0" y="321310"/>
                      <a:pt x="0" y="321310"/>
                    </a:cubicBezTo>
                    <a:cubicBezTo>
                      <a:pt x="0" y="144907"/>
                      <a:pt x="160401" y="0"/>
                      <a:pt x="355727" y="0"/>
                    </a:cubicBezTo>
                    <a:cubicBezTo>
                      <a:pt x="1088136" y="0"/>
                      <a:pt x="1088136" y="0"/>
                      <a:pt x="1088136" y="0"/>
                    </a:cubicBezTo>
                    <a:cubicBezTo>
                      <a:pt x="1283462" y="0"/>
                      <a:pt x="1443863" y="144907"/>
                      <a:pt x="1443863" y="321310"/>
                    </a:cubicBezTo>
                    <a:lnTo>
                      <a:pt x="1409065" y="1089660"/>
                    </a:ln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63" name="Group 163"/>
            <p:cNvGrpSpPr/>
            <p:nvPr/>
          </p:nvGrpSpPr>
          <p:grpSpPr>
            <a:xfrm>
              <a:off x="5753255" y="4011123"/>
              <a:ext cx="362691" cy="708633"/>
              <a:chOff x="0" y="0"/>
              <a:chExt cx="725383" cy="1417265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725424" cy="1417320"/>
              </a:xfrm>
              <a:custGeom>
                <a:avLst/>
                <a:gdLst/>
                <a:ahLst/>
                <a:cxnLst/>
                <a:rect l="l" t="t" r="r" b="b"/>
                <a:pathLst>
                  <a:path w="725424" h="1417320">
                    <a:moveTo>
                      <a:pt x="3627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17320"/>
                      <a:pt x="0" y="1417320"/>
                      <a:pt x="0" y="1417320"/>
                    </a:cubicBezTo>
                    <a:cubicBezTo>
                      <a:pt x="327787" y="1417320"/>
                      <a:pt x="327787" y="1417320"/>
                      <a:pt x="327787" y="1417320"/>
                    </a:cubicBezTo>
                    <a:cubicBezTo>
                      <a:pt x="523113" y="1417320"/>
                      <a:pt x="683514" y="1272413"/>
                      <a:pt x="683514" y="1089787"/>
                    </a:cubicBezTo>
                    <a:cubicBezTo>
                      <a:pt x="725424" y="321310"/>
                      <a:pt x="725424" y="321310"/>
                      <a:pt x="725424" y="321310"/>
                    </a:cubicBezTo>
                    <a:cubicBezTo>
                      <a:pt x="725424" y="144907"/>
                      <a:pt x="565023" y="0"/>
                      <a:pt x="362712" y="0"/>
                    </a:cubicBez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sp>
          <p:nvSpPr>
            <p:cNvPr id="165" name="Freeform 165"/>
            <p:cNvSpPr/>
            <p:nvPr/>
          </p:nvSpPr>
          <p:spPr>
            <a:xfrm>
              <a:off x="5393984" y="4178224"/>
              <a:ext cx="369535" cy="655253"/>
            </a:xfrm>
            <a:custGeom>
              <a:avLst/>
              <a:gdLst/>
              <a:ahLst/>
              <a:cxnLst/>
              <a:rect l="l" t="t" r="r" b="b"/>
              <a:pathLst>
                <a:path w="554302" h="982879">
                  <a:moveTo>
                    <a:pt x="0" y="0"/>
                  </a:moveTo>
                  <a:lnTo>
                    <a:pt x="554302" y="0"/>
                  </a:lnTo>
                  <a:lnTo>
                    <a:pt x="554302" y="982879"/>
                  </a:lnTo>
                  <a:lnTo>
                    <a:pt x="0" y="982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6" name="Group 166"/>
            <p:cNvGrpSpPr/>
            <p:nvPr/>
          </p:nvGrpSpPr>
          <p:grpSpPr>
            <a:xfrm>
              <a:off x="5753255" y="4178224"/>
              <a:ext cx="362691" cy="655253"/>
              <a:chOff x="0" y="0"/>
              <a:chExt cx="725383" cy="1310505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725424" cy="1310513"/>
              </a:xfrm>
              <a:custGeom>
                <a:avLst/>
                <a:gdLst/>
                <a:ahLst/>
                <a:cxnLst/>
                <a:rect l="l" t="t" r="r" b="b"/>
                <a:pathLst>
                  <a:path w="725424" h="1310513">
                    <a:moveTo>
                      <a:pt x="725424" y="163830"/>
                    </a:moveTo>
                    <a:cubicBezTo>
                      <a:pt x="725424" y="75565"/>
                      <a:pt x="718439" y="37846"/>
                      <a:pt x="704469" y="0"/>
                    </a:cubicBezTo>
                    <a:cubicBezTo>
                      <a:pt x="683514" y="730885"/>
                      <a:pt x="683514" y="730885"/>
                      <a:pt x="683514" y="730885"/>
                    </a:cubicBezTo>
                    <a:cubicBezTo>
                      <a:pt x="683514" y="919861"/>
                      <a:pt x="530098" y="1045972"/>
                      <a:pt x="327787" y="1045972"/>
                    </a:cubicBezTo>
                    <a:cubicBezTo>
                      <a:pt x="146431" y="1045972"/>
                      <a:pt x="202184" y="913638"/>
                      <a:pt x="6985" y="913638"/>
                    </a:cubicBezTo>
                    <a:cubicBezTo>
                      <a:pt x="0" y="913638"/>
                      <a:pt x="0" y="913638"/>
                      <a:pt x="0" y="913638"/>
                    </a:cubicBezTo>
                    <a:cubicBezTo>
                      <a:pt x="0" y="1310513"/>
                      <a:pt x="0" y="1310513"/>
                      <a:pt x="0" y="1310513"/>
                    </a:cubicBezTo>
                    <a:cubicBezTo>
                      <a:pt x="383667" y="1310513"/>
                      <a:pt x="383667" y="1310513"/>
                      <a:pt x="383667" y="1310513"/>
                    </a:cubicBezTo>
                    <a:cubicBezTo>
                      <a:pt x="592963" y="1310513"/>
                      <a:pt x="711454" y="1159256"/>
                      <a:pt x="711454" y="1014349"/>
                    </a:cubicBezTo>
                    <a:lnTo>
                      <a:pt x="725424" y="163830"/>
                    </a:lnTo>
                    <a:close/>
                  </a:path>
                </a:pathLst>
              </a:custGeom>
              <a:solidFill>
                <a:srgbClr val="674630"/>
              </a:solidFill>
            </p:spPr>
          </p:sp>
        </p:grpSp>
        <p:grpSp>
          <p:nvGrpSpPr>
            <p:cNvPr id="168" name="Group 168"/>
            <p:cNvGrpSpPr/>
            <p:nvPr/>
          </p:nvGrpSpPr>
          <p:grpSpPr>
            <a:xfrm>
              <a:off x="5651462" y="4584372"/>
              <a:ext cx="206153" cy="41002"/>
              <a:chOff x="0" y="0"/>
              <a:chExt cx="412307" cy="82004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412242" cy="82042"/>
              </a:xfrm>
              <a:custGeom>
                <a:avLst/>
                <a:gdLst/>
                <a:ahLst/>
                <a:cxnLst/>
                <a:rect l="l" t="t" r="r" b="b"/>
                <a:pathLst>
                  <a:path w="412242" h="82042">
                    <a:moveTo>
                      <a:pt x="209677" y="82042"/>
                    </a:moveTo>
                    <a:cubicBezTo>
                      <a:pt x="104775" y="82042"/>
                      <a:pt x="0" y="37846"/>
                      <a:pt x="6985" y="18923"/>
                    </a:cubicBezTo>
                    <a:cubicBezTo>
                      <a:pt x="13970" y="6350"/>
                      <a:pt x="27940" y="0"/>
                      <a:pt x="48895" y="6350"/>
                    </a:cubicBezTo>
                    <a:cubicBezTo>
                      <a:pt x="48895" y="6350"/>
                      <a:pt x="209677" y="56769"/>
                      <a:pt x="363347" y="6350"/>
                    </a:cubicBezTo>
                    <a:cubicBezTo>
                      <a:pt x="377317" y="0"/>
                      <a:pt x="398272" y="6350"/>
                      <a:pt x="405257" y="18923"/>
                    </a:cubicBezTo>
                    <a:cubicBezTo>
                      <a:pt x="412242" y="37846"/>
                      <a:pt x="321437" y="82042"/>
                      <a:pt x="209550" y="82042"/>
                    </a:cubicBezTo>
                    <a:close/>
                  </a:path>
                </a:pathLst>
              </a:custGeom>
              <a:solidFill>
                <a:srgbClr val="E09F6E"/>
              </a:solidFill>
            </p:spPr>
          </p:sp>
        </p:grpSp>
        <p:grpSp>
          <p:nvGrpSpPr>
            <p:cNvPr id="170" name="Group 170"/>
            <p:cNvGrpSpPr/>
            <p:nvPr/>
          </p:nvGrpSpPr>
          <p:grpSpPr>
            <a:xfrm>
              <a:off x="5753255" y="4521710"/>
              <a:ext cx="230105" cy="138478"/>
              <a:chOff x="0" y="0"/>
              <a:chExt cx="460209" cy="276955"/>
            </a:xfrm>
          </p:grpSpPr>
          <p:sp>
            <p:nvSpPr>
              <p:cNvPr id="171" name="Freeform 171"/>
              <p:cNvSpPr/>
              <p:nvPr/>
            </p:nvSpPr>
            <p:spPr>
              <a:xfrm>
                <a:off x="0" y="0"/>
                <a:ext cx="460248" cy="276987"/>
              </a:xfrm>
              <a:custGeom>
                <a:avLst/>
                <a:gdLst/>
                <a:ahLst/>
                <a:cxnLst/>
                <a:rect l="l" t="t" r="r" b="b"/>
                <a:pathLst>
                  <a:path w="460248" h="276987">
                    <a:moveTo>
                      <a:pt x="0" y="100711"/>
                    </a:moveTo>
                    <a:cubicBezTo>
                      <a:pt x="0" y="100711"/>
                      <a:pt x="48768" y="0"/>
                      <a:pt x="181356" y="75565"/>
                    </a:cubicBezTo>
                    <a:cubicBezTo>
                      <a:pt x="320802" y="163703"/>
                      <a:pt x="334772" y="31496"/>
                      <a:pt x="334772" y="31496"/>
                    </a:cubicBezTo>
                    <a:cubicBezTo>
                      <a:pt x="334772" y="31496"/>
                      <a:pt x="460248" y="94488"/>
                      <a:pt x="390525" y="195199"/>
                    </a:cubicBezTo>
                    <a:cubicBezTo>
                      <a:pt x="327787" y="276987"/>
                      <a:pt x="195326" y="239268"/>
                      <a:pt x="111633" y="163703"/>
                    </a:cubicBezTo>
                    <a:cubicBezTo>
                      <a:pt x="62738" y="113284"/>
                      <a:pt x="0" y="176276"/>
                      <a:pt x="0" y="176276"/>
                    </a:cubicBezTo>
                    <a:lnTo>
                      <a:pt x="0" y="100711"/>
                    </a:lnTo>
                    <a:close/>
                  </a:path>
                </a:pathLst>
              </a:custGeom>
              <a:solidFill>
                <a:srgbClr val="51321D"/>
              </a:solidFill>
            </p:spPr>
          </p:sp>
        </p:grpSp>
        <p:grpSp>
          <p:nvGrpSpPr>
            <p:cNvPr id="172" name="Group 172"/>
            <p:cNvGrpSpPr/>
            <p:nvPr/>
          </p:nvGrpSpPr>
          <p:grpSpPr>
            <a:xfrm>
              <a:off x="5526572" y="4521710"/>
              <a:ext cx="226683" cy="138478"/>
              <a:chOff x="0" y="0"/>
              <a:chExt cx="453365" cy="276955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45339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453390" h="276860">
                    <a:moveTo>
                      <a:pt x="453390" y="100711"/>
                    </a:moveTo>
                    <a:cubicBezTo>
                      <a:pt x="453390" y="100711"/>
                      <a:pt x="404622" y="0"/>
                      <a:pt x="279019" y="75565"/>
                    </a:cubicBezTo>
                    <a:cubicBezTo>
                      <a:pt x="132461" y="163703"/>
                      <a:pt x="118618" y="31496"/>
                      <a:pt x="118618" y="31496"/>
                    </a:cubicBezTo>
                    <a:cubicBezTo>
                      <a:pt x="118618" y="31496"/>
                      <a:pt x="0" y="94361"/>
                      <a:pt x="69723" y="195072"/>
                    </a:cubicBezTo>
                    <a:cubicBezTo>
                      <a:pt x="132461" y="276860"/>
                      <a:pt x="265049" y="239141"/>
                      <a:pt x="341757" y="163576"/>
                    </a:cubicBezTo>
                    <a:cubicBezTo>
                      <a:pt x="397510" y="113157"/>
                      <a:pt x="453390" y="176149"/>
                      <a:pt x="453390" y="176149"/>
                    </a:cubicBezTo>
                    <a:lnTo>
                      <a:pt x="453390" y="100711"/>
                    </a:lnTo>
                    <a:close/>
                  </a:path>
                </a:pathLst>
              </a:custGeom>
              <a:solidFill>
                <a:srgbClr val="67432A"/>
              </a:solidFill>
            </p:spPr>
          </p:sp>
        </p:grpSp>
        <p:grpSp>
          <p:nvGrpSpPr>
            <p:cNvPr id="174" name="Group 174"/>
            <p:cNvGrpSpPr/>
            <p:nvPr/>
          </p:nvGrpSpPr>
          <p:grpSpPr>
            <a:xfrm>
              <a:off x="5822542" y="4234698"/>
              <a:ext cx="230105" cy="95155"/>
              <a:chOff x="0" y="0"/>
              <a:chExt cx="460209" cy="190311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127" y="127"/>
                <a:ext cx="460121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460121" h="190246">
                    <a:moveTo>
                      <a:pt x="76581" y="177546"/>
                    </a:moveTo>
                    <a:cubicBezTo>
                      <a:pt x="236982" y="114046"/>
                      <a:pt x="397383" y="177546"/>
                      <a:pt x="397383" y="177546"/>
                    </a:cubicBezTo>
                    <a:cubicBezTo>
                      <a:pt x="425323" y="183896"/>
                      <a:pt x="460121" y="107823"/>
                      <a:pt x="432308" y="101473"/>
                    </a:cubicBezTo>
                    <a:cubicBezTo>
                      <a:pt x="425323" y="95123"/>
                      <a:pt x="230124" y="0"/>
                      <a:pt x="27940" y="76073"/>
                    </a:cubicBezTo>
                    <a:cubicBezTo>
                      <a:pt x="0" y="88773"/>
                      <a:pt x="48895" y="190246"/>
                      <a:pt x="76708" y="177546"/>
                    </a:cubicBezTo>
                    <a:close/>
                  </a:path>
                </a:pathLst>
              </a:custGeom>
              <a:solidFill>
                <a:srgbClr val="51321D"/>
              </a:solidFill>
            </p:spPr>
          </p:sp>
        </p:grpSp>
        <p:grpSp>
          <p:nvGrpSpPr>
            <p:cNvPr id="176" name="Group 176"/>
            <p:cNvGrpSpPr/>
            <p:nvPr/>
          </p:nvGrpSpPr>
          <p:grpSpPr>
            <a:xfrm>
              <a:off x="5909793" y="4395610"/>
              <a:ext cx="65867" cy="59569"/>
              <a:chOff x="0" y="0"/>
              <a:chExt cx="131734" cy="119138"/>
            </a:xfrm>
          </p:grpSpPr>
          <p:sp>
            <p:nvSpPr>
              <p:cNvPr id="177" name="Freeform 177"/>
              <p:cNvSpPr/>
              <p:nvPr/>
            </p:nvSpPr>
            <p:spPr>
              <a:xfrm>
                <a:off x="0" y="0"/>
                <a:ext cx="131826" cy="119126"/>
              </a:xfrm>
              <a:custGeom>
                <a:avLst/>
                <a:gdLst/>
                <a:ahLst/>
                <a:cxnLst/>
                <a:rect l="l" t="t" r="r" b="b"/>
                <a:pathLst>
                  <a:path w="131826" h="119126">
                    <a:moveTo>
                      <a:pt x="0" y="59563"/>
                    </a:moveTo>
                    <a:cubicBezTo>
                      <a:pt x="0" y="26670"/>
                      <a:pt x="29464" y="0"/>
                      <a:pt x="65913" y="0"/>
                    </a:cubicBezTo>
                    <a:cubicBezTo>
                      <a:pt x="102362" y="0"/>
                      <a:pt x="131826" y="26670"/>
                      <a:pt x="131826" y="59563"/>
                    </a:cubicBezTo>
                    <a:cubicBezTo>
                      <a:pt x="131826" y="92456"/>
                      <a:pt x="102235" y="119126"/>
                      <a:pt x="65913" y="119126"/>
                    </a:cubicBezTo>
                    <a:cubicBezTo>
                      <a:pt x="29591" y="119126"/>
                      <a:pt x="0" y="92456"/>
                      <a:pt x="0" y="59563"/>
                    </a:cubicBezTo>
                    <a:close/>
                  </a:path>
                </a:pathLst>
              </a:custGeom>
              <a:solidFill>
                <a:srgbClr val="4E2C14"/>
              </a:solidFill>
            </p:spPr>
          </p:sp>
        </p:grpSp>
        <p:grpSp>
          <p:nvGrpSpPr>
            <p:cNvPr id="178" name="Group 178"/>
            <p:cNvGrpSpPr/>
            <p:nvPr/>
          </p:nvGrpSpPr>
          <p:grpSpPr>
            <a:xfrm>
              <a:off x="5941444" y="4407987"/>
              <a:ext cx="20530" cy="22435"/>
              <a:chOff x="0" y="0"/>
              <a:chExt cx="41060" cy="44871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41021" cy="44831"/>
              </a:xfrm>
              <a:custGeom>
                <a:avLst/>
                <a:gdLst/>
                <a:ahLst/>
                <a:cxnLst/>
                <a:rect l="l" t="t" r="r" b="b"/>
                <a:pathLst>
                  <a:path w="41021" h="44831">
                    <a:moveTo>
                      <a:pt x="0" y="22479"/>
                    </a:moveTo>
                    <a:cubicBezTo>
                      <a:pt x="0" y="10033"/>
                      <a:pt x="9144" y="0"/>
                      <a:pt x="20574" y="0"/>
                    </a:cubicBezTo>
                    <a:cubicBezTo>
                      <a:pt x="32004" y="0"/>
                      <a:pt x="41021" y="10033"/>
                      <a:pt x="41021" y="22479"/>
                    </a:cubicBezTo>
                    <a:cubicBezTo>
                      <a:pt x="41021" y="34925"/>
                      <a:pt x="31877" y="44831"/>
                      <a:pt x="20574" y="44831"/>
                    </a:cubicBezTo>
                    <a:cubicBezTo>
                      <a:pt x="9271" y="44831"/>
                      <a:pt x="0" y="34798"/>
                      <a:pt x="0" y="22479"/>
                    </a:cubicBezTo>
                    <a:close/>
                  </a:path>
                </a:pathLst>
              </a:custGeom>
              <a:solidFill>
                <a:srgbClr val="F7D8BA"/>
              </a:solidFill>
            </p:spPr>
          </p:sp>
        </p:grpSp>
        <p:grpSp>
          <p:nvGrpSpPr>
            <p:cNvPr id="180" name="Group 180"/>
            <p:cNvGrpSpPr/>
            <p:nvPr/>
          </p:nvGrpSpPr>
          <p:grpSpPr>
            <a:xfrm>
              <a:off x="5456429" y="4234698"/>
              <a:ext cx="230105" cy="95155"/>
              <a:chOff x="0" y="0"/>
              <a:chExt cx="460209" cy="190311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127"/>
                <a:ext cx="460121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460121" h="190246">
                    <a:moveTo>
                      <a:pt x="383540" y="177546"/>
                    </a:moveTo>
                    <a:cubicBezTo>
                      <a:pt x="223139" y="114046"/>
                      <a:pt x="62738" y="177546"/>
                      <a:pt x="62738" y="177546"/>
                    </a:cubicBezTo>
                    <a:cubicBezTo>
                      <a:pt x="34798" y="183896"/>
                      <a:pt x="0" y="107823"/>
                      <a:pt x="27813" y="101473"/>
                    </a:cubicBezTo>
                    <a:cubicBezTo>
                      <a:pt x="34798" y="95123"/>
                      <a:pt x="229997" y="0"/>
                      <a:pt x="432181" y="76073"/>
                    </a:cubicBezTo>
                    <a:cubicBezTo>
                      <a:pt x="460121" y="88773"/>
                      <a:pt x="411226" y="190246"/>
                      <a:pt x="383413" y="177546"/>
                    </a:cubicBezTo>
                    <a:close/>
                  </a:path>
                </a:pathLst>
              </a:custGeom>
              <a:solidFill>
                <a:srgbClr val="67432A"/>
              </a:solidFill>
            </p:spPr>
          </p:sp>
        </p:grpSp>
        <p:grpSp>
          <p:nvGrpSpPr>
            <p:cNvPr id="182" name="Group 182"/>
            <p:cNvGrpSpPr/>
            <p:nvPr/>
          </p:nvGrpSpPr>
          <p:grpSpPr>
            <a:xfrm>
              <a:off x="5683112" y="4213037"/>
              <a:ext cx="73565" cy="336523"/>
              <a:chOff x="0" y="0"/>
              <a:chExt cx="147129" cy="673045"/>
            </a:xfrm>
          </p:grpSpPr>
          <p:sp>
            <p:nvSpPr>
              <p:cNvPr id="183" name="Freeform 183"/>
              <p:cNvSpPr/>
              <p:nvPr/>
            </p:nvSpPr>
            <p:spPr>
              <a:xfrm>
                <a:off x="0" y="0"/>
                <a:ext cx="147066" cy="673100"/>
              </a:xfrm>
              <a:custGeom>
                <a:avLst/>
                <a:gdLst/>
                <a:ahLst/>
                <a:cxnLst/>
                <a:rect l="l" t="t" r="r" b="b"/>
                <a:pathLst>
                  <a:path w="147066" h="673100">
                    <a:moveTo>
                      <a:pt x="0" y="610108"/>
                    </a:moveTo>
                    <a:cubicBezTo>
                      <a:pt x="0" y="641604"/>
                      <a:pt x="70104" y="673100"/>
                      <a:pt x="147066" y="673100"/>
                    </a:cubicBezTo>
                    <a:cubicBezTo>
                      <a:pt x="140081" y="0"/>
                      <a:pt x="140081" y="0"/>
                      <a:pt x="140081" y="0"/>
                    </a:cubicBezTo>
                    <a:cubicBezTo>
                      <a:pt x="91059" y="56642"/>
                      <a:pt x="0" y="610108"/>
                      <a:pt x="0" y="610108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84" name="Group 184"/>
            <p:cNvGrpSpPr/>
            <p:nvPr/>
          </p:nvGrpSpPr>
          <p:grpSpPr>
            <a:xfrm>
              <a:off x="5753255" y="4213037"/>
              <a:ext cx="72709" cy="336523"/>
              <a:chOff x="0" y="0"/>
              <a:chExt cx="145418" cy="673045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145542" cy="673100"/>
              </a:xfrm>
              <a:custGeom>
                <a:avLst/>
                <a:gdLst/>
                <a:ahLst/>
                <a:cxnLst/>
                <a:rect l="l" t="t" r="r" b="b"/>
                <a:pathLst>
                  <a:path w="145542" h="673100">
                    <a:moveTo>
                      <a:pt x="76200" y="251587"/>
                    </a:moveTo>
                    <a:cubicBezTo>
                      <a:pt x="48514" y="94361"/>
                      <a:pt x="20828" y="18923"/>
                      <a:pt x="0" y="0"/>
                    </a:cubicBezTo>
                    <a:cubicBezTo>
                      <a:pt x="0" y="673100"/>
                      <a:pt x="0" y="673100"/>
                      <a:pt x="0" y="673100"/>
                    </a:cubicBezTo>
                    <a:cubicBezTo>
                      <a:pt x="0" y="673100"/>
                      <a:pt x="0" y="673100"/>
                      <a:pt x="6985" y="673100"/>
                    </a:cubicBezTo>
                    <a:cubicBezTo>
                      <a:pt x="83185" y="673100"/>
                      <a:pt x="145542" y="647954"/>
                      <a:pt x="145542" y="610235"/>
                    </a:cubicBezTo>
                    <a:cubicBezTo>
                      <a:pt x="145542" y="610235"/>
                      <a:pt x="117856" y="459232"/>
                      <a:pt x="76327" y="251714"/>
                    </a:cubicBez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186" name="Group 186"/>
            <p:cNvGrpSpPr/>
            <p:nvPr/>
          </p:nvGrpSpPr>
          <p:grpSpPr>
            <a:xfrm>
              <a:off x="5672847" y="4512425"/>
              <a:ext cx="45337" cy="30944"/>
              <a:chOff x="0" y="0"/>
              <a:chExt cx="90673" cy="61889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90678" cy="61849"/>
              </a:xfrm>
              <a:custGeom>
                <a:avLst/>
                <a:gdLst/>
                <a:ahLst/>
                <a:cxnLst/>
                <a:rect l="l" t="t" r="r" b="b"/>
                <a:pathLst>
                  <a:path w="90678" h="61849">
                    <a:moveTo>
                      <a:pt x="0" y="30988"/>
                    </a:moveTo>
                    <a:cubicBezTo>
                      <a:pt x="0" y="13843"/>
                      <a:pt x="20320" y="0"/>
                      <a:pt x="45339" y="0"/>
                    </a:cubicBezTo>
                    <a:cubicBezTo>
                      <a:pt x="70358" y="0"/>
                      <a:pt x="90678" y="13843"/>
                      <a:pt x="90678" y="30988"/>
                    </a:cubicBezTo>
                    <a:cubicBezTo>
                      <a:pt x="90678" y="48133"/>
                      <a:pt x="70358" y="61849"/>
                      <a:pt x="45339" y="61849"/>
                    </a:cubicBezTo>
                    <a:cubicBezTo>
                      <a:pt x="20320" y="61849"/>
                      <a:pt x="0" y="48006"/>
                      <a:pt x="0" y="30988"/>
                    </a:cubicBezTo>
                    <a:close/>
                  </a:path>
                </a:pathLst>
              </a:custGeom>
              <a:solidFill>
                <a:srgbClr val="FCC287"/>
              </a:solidFill>
            </p:spPr>
          </p:sp>
        </p:grpSp>
        <p:grpSp>
          <p:nvGrpSpPr>
            <p:cNvPr id="188" name="Group 188"/>
            <p:cNvGrpSpPr/>
            <p:nvPr/>
          </p:nvGrpSpPr>
          <p:grpSpPr>
            <a:xfrm>
              <a:off x="5787470" y="4512425"/>
              <a:ext cx="48759" cy="30944"/>
              <a:chOff x="0" y="0"/>
              <a:chExt cx="97518" cy="61889"/>
            </a:xfrm>
          </p:grpSpPr>
          <p:sp>
            <p:nvSpPr>
              <p:cNvPr id="189" name="Freeform 189"/>
              <p:cNvSpPr/>
              <p:nvPr/>
            </p:nvSpPr>
            <p:spPr>
              <a:xfrm>
                <a:off x="0" y="0"/>
                <a:ext cx="97536" cy="61849"/>
              </a:xfrm>
              <a:custGeom>
                <a:avLst/>
                <a:gdLst/>
                <a:ahLst/>
                <a:cxnLst/>
                <a:rect l="l" t="t" r="r" b="b"/>
                <a:pathLst>
                  <a:path w="97536" h="61849">
                    <a:moveTo>
                      <a:pt x="0" y="30988"/>
                    </a:moveTo>
                    <a:cubicBezTo>
                      <a:pt x="0" y="13843"/>
                      <a:pt x="21844" y="0"/>
                      <a:pt x="48768" y="0"/>
                    </a:cubicBezTo>
                    <a:cubicBezTo>
                      <a:pt x="75692" y="0"/>
                      <a:pt x="97536" y="13843"/>
                      <a:pt x="97536" y="30988"/>
                    </a:cubicBezTo>
                    <a:cubicBezTo>
                      <a:pt x="97536" y="48133"/>
                      <a:pt x="75692" y="61849"/>
                      <a:pt x="48768" y="61849"/>
                    </a:cubicBezTo>
                    <a:cubicBezTo>
                      <a:pt x="21844" y="61849"/>
                      <a:pt x="0" y="48006"/>
                      <a:pt x="0" y="30988"/>
                    </a:cubicBezTo>
                    <a:close/>
                  </a:path>
                </a:pathLst>
              </a:custGeom>
              <a:solidFill>
                <a:srgbClr val="F8B77C"/>
              </a:solidFill>
            </p:spPr>
          </p:sp>
        </p:grpSp>
        <p:grpSp>
          <p:nvGrpSpPr>
            <p:cNvPr id="190" name="Group 190"/>
            <p:cNvGrpSpPr/>
            <p:nvPr/>
          </p:nvGrpSpPr>
          <p:grpSpPr>
            <a:xfrm>
              <a:off x="5533416" y="4395610"/>
              <a:ext cx="62445" cy="59569"/>
              <a:chOff x="0" y="0"/>
              <a:chExt cx="124889" cy="119138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124841" cy="119126"/>
              </a:xfrm>
              <a:custGeom>
                <a:avLst/>
                <a:gdLst/>
                <a:ahLst/>
                <a:cxnLst/>
                <a:rect l="l" t="t" r="r" b="b"/>
                <a:pathLst>
                  <a:path w="124841" h="119126">
                    <a:moveTo>
                      <a:pt x="0" y="59563"/>
                    </a:moveTo>
                    <a:cubicBezTo>
                      <a:pt x="0" y="26670"/>
                      <a:pt x="27940" y="0"/>
                      <a:pt x="62484" y="0"/>
                    </a:cubicBezTo>
                    <a:cubicBezTo>
                      <a:pt x="97028" y="0"/>
                      <a:pt x="124841" y="26670"/>
                      <a:pt x="124841" y="59563"/>
                    </a:cubicBezTo>
                    <a:cubicBezTo>
                      <a:pt x="124841" y="92456"/>
                      <a:pt x="96901" y="119126"/>
                      <a:pt x="62484" y="119126"/>
                    </a:cubicBezTo>
                    <a:cubicBezTo>
                      <a:pt x="28067" y="119126"/>
                      <a:pt x="0" y="92456"/>
                      <a:pt x="0" y="59563"/>
                    </a:cubicBezTo>
                    <a:close/>
                  </a:path>
                </a:pathLst>
              </a:custGeom>
              <a:solidFill>
                <a:srgbClr val="4E2C14"/>
              </a:solidFill>
            </p:spPr>
          </p:sp>
        </p:grpSp>
        <p:grpSp>
          <p:nvGrpSpPr>
            <p:cNvPr id="192" name="Group 192"/>
            <p:cNvGrpSpPr/>
            <p:nvPr/>
          </p:nvGrpSpPr>
          <p:grpSpPr>
            <a:xfrm>
              <a:off x="5560789" y="4407987"/>
              <a:ext cx="21385" cy="22435"/>
              <a:chOff x="0" y="0"/>
              <a:chExt cx="42769" cy="44871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0" y="0"/>
                <a:ext cx="42799" cy="44831"/>
              </a:xfrm>
              <a:custGeom>
                <a:avLst/>
                <a:gdLst/>
                <a:ahLst/>
                <a:cxnLst/>
                <a:rect l="l" t="t" r="r" b="b"/>
                <a:pathLst>
                  <a:path w="42799" h="44831">
                    <a:moveTo>
                      <a:pt x="0" y="22479"/>
                    </a:moveTo>
                    <a:cubicBezTo>
                      <a:pt x="0" y="10033"/>
                      <a:pt x="9525" y="0"/>
                      <a:pt x="21336" y="0"/>
                    </a:cubicBezTo>
                    <a:cubicBezTo>
                      <a:pt x="33147" y="0"/>
                      <a:pt x="42799" y="10033"/>
                      <a:pt x="42799" y="22479"/>
                    </a:cubicBezTo>
                    <a:cubicBezTo>
                      <a:pt x="42799" y="34925"/>
                      <a:pt x="33147" y="44831"/>
                      <a:pt x="21336" y="44831"/>
                    </a:cubicBezTo>
                    <a:cubicBezTo>
                      <a:pt x="9525" y="44831"/>
                      <a:pt x="0" y="34798"/>
                      <a:pt x="0" y="22479"/>
                    </a:cubicBezTo>
                    <a:close/>
                  </a:path>
                </a:pathLst>
              </a:custGeom>
              <a:solidFill>
                <a:srgbClr val="F7D8BA"/>
              </a:solidFill>
            </p:spPr>
          </p:sp>
        </p:grpSp>
        <p:grpSp>
          <p:nvGrpSpPr>
            <p:cNvPr id="194" name="Group 194"/>
            <p:cNvGrpSpPr/>
            <p:nvPr/>
          </p:nvGrpSpPr>
          <p:grpSpPr>
            <a:xfrm>
              <a:off x="6010731" y="4004935"/>
              <a:ext cx="129167" cy="273859"/>
              <a:chOff x="0" y="0"/>
              <a:chExt cx="258333" cy="547719"/>
            </a:xfrm>
          </p:grpSpPr>
          <p:sp>
            <p:nvSpPr>
              <p:cNvPr id="195" name="Freeform 195"/>
              <p:cNvSpPr/>
              <p:nvPr/>
            </p:nvSpPr>
            <p:spPr>
              <a:xfrm>
                <a:off x="0" y="0"/>
                <a:ext cx="258318" cy="547751"/>
              </a:xfrm>
              <a:custGeom>
                <a:avLst/>
                <a:gdLst/>
                <a:ahLst/>
                <a:cxnLst/>
                <a:rect l="l" t="t" r="r" b="b"/>
                <a:pathLst>
                  <a:path w="258318" h="547751">
                    <a:moveTo>
                      <a:pt x="0" y="138557"/>
                    </a:moveTo>
                    <a:cubicBezTo>
                      <a:pt x="0" y="138557"/>
                      <a:pt x="195453" y="207772"/>
                      <a:pt x="181483" y="535178"/>
                    </a:cubicBezTo>
                    <a:cubicBezTo>
                      <a:pt x="202438" y="547751"/>
                      <a:pt x="202438" y="541528"/>
                      <a:pt x="202438" y="541528"/>
                    </a:cubicBezTo>
                    <a:cubicBezTo>
                      <a:pt x="202438" y="541528"/>
                      <a:pt x="258318" y="119761"/>
                      <a:pt x="146558" y="56769"/>
                    </a:cubicBezTo>
                    <a:cubicBezTo>
                      <a:pt x="48895" y="0"/>
                      <a:pt x="0" y="100711"/>
                      <a:pt x="0" y="138557"/>
                    </a:cubicBezTo>
                    <a:close/>
                  </a:path>
                </a:pathLst>
              </a:custGeom>
              <a:solidFill>
                <a:srgbClr val="51321D"/>
              </a:solidFill>
            </p:spPr>
          </p:sp>
        </p:grpSp>
        <p:grpSp>
          <p:nvGrpSpPr>
            <p:cNvPr id="196" name="Group 196"/>
            <p:cNvGrpSpPr/>
            <p:nvPr/>
          </p:nvGrpSpPr>
          <p:grpSpPr>
            <a:xfrm>
              <a:off x="5348649" y="3857174"/>
              <a:ext cx="414871" cy="440960"/>
              <a:chOff x="0" y="0"/>
              <a:chExt cx="829743" cy="88192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29818" cy="881888"/>
              </a:xfrm>
              <a:custGeom>
                <a:avLst/>
                <a:gdLst/>
                <a:ahLst/>
                <a:cxnLst/>
                <a:rect l="l" t="t" r="r" b="b"/>
                <a:pathLst>
                  <a:path w="829818" h="881888">
                    <a:moveTo>
                      <a:pt x="153416" y="434721"/>
                    </a:moveTo>
                    <a:cubicBezTo>
                      <a:pt x="0" y="447294"/>
                      <a:pt x="90678" y="869315"/>
                      <a:pt x="90678" y="869315"/>
                    </a:cubicBezTo>
                    <a:cubicBezTo>
                      <a:pt x="90678" y="869315"/>
                      <a:pt x="118618" y="881888"/>
                      <a:pt x="118618" y="881888"/>
                    </a:cubicBezTo>
                    <a:cubicBezTo>
                      <a:pt x="125603" y="680339"/>
                      <a:pt x="153543" y="648843"/>
                      <a:pt x="230124" y="667766"/>
                    </a:cubicBezTo>
                    <a:cubicBezTo>
                      <a:pt x="216154" y="497713"/>
                      <a:pt x="543941" y="472440"/>
                      <a:pt x="753110" y="566928"/>
                    </a:cubicBezTo>
                    <a:cubicBezTo>
                      <a:pt x="774065" y="573278"/>
                      <a:pt x="788035" y="579501"/>
                      <a:pt x="808863" y="585851"/>
                    </a:cubicBezTo>
                    <a:cubicBezTo>
                      <a:pt x="829818" y="327533"/>
                      <a:pt x="829818" y="327533"/>
                      <a:pt x="829818" y="327533"/>
                    </a:cubicBezTo>
                    <a:cubicBezTo>
                      <a:pt x="808863" y="18923"/>
                      <a:pt x="808863" y="18923"/>
                      <a:pt x="808863" y="18923"/>
                    </a:cubicBezTo>
                    <a:cubicBezTo>
                      <a:pt x="278892" y="0"/>
                      <a:pt x="97663" y="233045"/>
                      <a:pt x="153416" y="434721"/>
                    </a:cubicBezTo>
                    <a:close/>
                  </a:path>
                </a:pathLst>
              </a:custGeom>
              <a:solidFill>
                <a:srgbClr val="755138"/>
              </a:solidFill>
            </p:spPr>
          </p:sp>
        </p:grpSp>
        <p:grpSp>
          <p:nvGrpSpPr>
            <p:cNvPr id="198" name="Group 198"/>
            <p:cNvGrpSpPr/>
            <p:nvPr/>
          </p:nvGrpSpPr>
          <p:grpSpPr>
            <a:xfrm>
              <a:off x="5753255" y="3866456"/>
              <a:ext cx="369535" cy="428583"/>
              <a:chOff x="0" y="0"/>
              <a:chExt cx="739070" cy="857166"/>
            </a:xfrm>
          </p:grpSpPr>
          <p:sp>
            <p:nvSpPr>
              <p:cNvPr id="199" name="Freeform 199"/>
              <p:cNvSpPr/>
              <p:nvPr/>
            </p:nvSpPr>
            <p:spPr>
              <a:xfrm>
                <a:off x="0" y="0"/>
                <a:ext cx="739013" cy="857123"/>
              </a:xfrm>
              <a:custGeom>
                <a:avLst/>
                <a:gdLst/>
                <a:ahLst/>
                <a:cxnLst/>
                <a:rect l="l" t="t" r="r" b="b"/>
                <a:pathLst>
                  <a:path w="739013" h="857123">
                    <a:moveTo>
                      <a:pt x="69723" y="0"/>
                    </a:moveTo>
                    <a:cubicBezTo>
                      <a:pt x="48768" y="0"/>
                      <a:pt x="20955" y="0"/>
                      <a:pt x="0" y="0"/>
                    </a:cubicBezTo>
                    <a:cubicBezTo>
                      <a:pt x="0" y="567182"/>
                      <a:pt x="0" y="567182"/>
                      <a:pt x="0" y="567182"/>
                    </a:cubicBezTo>
                    <a:cubicBezTo>
                      <a:pt x="313817" y="705866"/>
                      <a:pt x="683260" y="857123"/>
                      <a:pt x="732155" y="560832"/>
                    </a:cubicBezTo>
                    <a:cubicBezTo>
                      <a:pt x="739013" y="289941"/>
                      <a:pt x="620522" y="37846"/>
                      <a:pt x="69723" y="0"/>
                    </a:cubicBezTo>
                    <a:close/>
                  </a:path>
                </a:pathLst>
              </a:custGeom>
              <a:solidFill>
                <a:srgbClr val="674630"/>
              </a:solidFill>
            </p:spPr>
          </p:sp>
        </p:grpSp>
        <p:sp>
          <p:nvSpPr>
            <p:cNvPr id="200" name="Freeform 200"/>
            <p:cNvSpPr/>
            <p:nvPr/>
          </p:nvSpPr>
          <p:spPr>
            <a:xfrm>
              <a:off x="5382866" y="4316701"/>
              <a:ext cx="370391" cy="208103"/>
            </a:xfrm>
            <a:custGeom>
              <a:avLst/>
              <a:gdLst/>
              <a:ahLst/>
              <a:cxnLst/>
              <a:rect l="l" t="t" r="r" b="b"/>
              <a:pathLst>
                <a:path w="555587" h="312155">
                  <a:moveTo>
                    <a:pt x="0" y="0"/>
                  </a:moveTo>
                  <a:lnTo>
                    <a:pt x="555587" y="0"/>
                  </a:lnTo>
                  <a:lnTo>
                    <a:pt x="555587" y="312155"/>
                  </a:lnTo>
                  <a:lnTo>
                    <a:pt x="0" y="31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1" name="Freeform 201"/>
            <p:cNvSpPr/>
            <p:nvPr/>
          </p:nvSpPr>
          <p:spPr>
            <a:xfrm>
              <a:off x="5753255" y="4316701"/>
              <a:ext cx="372956" cy="208103"/>
            </a:xfrm>
            <a:custGeom>
              <a:avLst/>
              <a:gdLst/>
              <a:ahLst/>
              <a:cxnLst/>
              <a:rect l="l" t="t" r="r" b="b"/>
              <a:pathLst>
                <a:path w="559434" h="312155">
                  <a:moveTo>
                    <a:pt x="0" y="0"/>
                  </a:moveTo>
                  <a:lnTo>
                    <a:pt x="559434" y="0"/>
                  </a:lnTo>
                  <a:lnTo>
                    <a:pt x="559434" y="312155"/>
                  </a:lnTo>
                  <a:lnTo>
                    <a:pt x="0" y="31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2" name="Group 202"/>
            <p:cNvGrpSpPr/>
            <p:nvPr/>
          </p:nvGrpSpPr>
          <p:grpSpPr>
            <a:xfrm>
              <a:off x="5170724" y="5066333"/>
              <a:ext cx="1164206" cy="532247"/>
              <a:chOff x="0" y="0"/>
              <a:chExt cx="2328412" cy="1064494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2328418" cy="1064514"/>
              </a:xfrm>
              <a:custGeom>
                <a:avLst/>
                <a:gdLst/>
                <a:ahLst/>
                <a:cxnLst/>
                <a:rect l="l" t="t" r="r" b="b"/>
                <a:pathLst>
                  <a:path w="2328418" h="1064514">
                    <a:moveTo>
                      <a:pt x="2328418" y="982599"/>
                    </a:moveTo>
                    <a:cubicBezTo>
                      <a:pt x="2328418" y="1026668"/>
                      <a:pt x="2286635" y="1064514"/>
                      <a:pt x="2237740" y="1064514"/>
                    </a:cubicBezTo>
                    <a:cubicBezTo>
                      <a:pt x="90551" y="1064514"/>
                      <a:pt x="90551" y="1064514"/>
                      <a:pt x="90551" y="1064514"/>
                    </a:cubicBezTo>
                    <a:cubicBezTo>
                      <a:pt x="41783" y="1064514"/>
                      <a:pt x="0" y="1026668"/>
                      <a:pt x="0" y="982599"/>
                    </a:cubicBezTo>
                    <a:cubicBezTo>
                      <a:pt x="0" y="81915"/>
                      <a:pt x="0" y="81915"/>
                      <a:pt x="0" y="81915"/>
                    </a:cubicBezTo>
                    <a:cubicBezTo>
                      <a:pt x="0" y="37846"/>
                      <a:pt x="41783" y="0"/>
                      <a:pt x="90678" y="0"/>
                    </a:cubicBezTo>
                    <a:cubicBezTo>
                      <a:pt x="2237740" y="0"/>
                      <a:pt x="2237740" y="0"/>
                      <a:pt x="2237740" y="0"/>
                    </a:cubicBezTo>
                    <a:cubicBezTo>
                      <a:pt x="2286508" y="0"/>
                      <a:pt x="2328418" y="37846"/>
                      <a:pt x="2328418" y="81915"/>
                    </a:cubicBezTo>
                    <a:lnTo>
                      <a:pt x="2328418" y="982599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</p:sp>
        </p:grpSp>
        <p:grpSp>
          <p:nvGrpSpPr>
            <p:cNvPr id="204" name="Group 204"/>
            <p:cNvGrpSpPr/>
            <p:nvPr/>
          </p:nvGrpSpPr>
          <p:grpSpPr>
            <a:xfrm>
              <a:off x="5170725" y="5598581"/>
              <a:ext cx="1164206" cy="56475"/>
              <a:chOff x="0" y="0"/>
              <a:chExt cx="2328412" cy="112950"/>
            </a:xfrm>
          </p:grpSpPr>
          <p:sp>
            <p:nvSpPr>
              <p:cNvPr id="205" name="Freeform 205"/>
              <p:cNvSpPr/>
              <p:nvPr/>
            </p:nvSpPr>
            <p:spPr>
              <a:xfrm>
                <a:off x="0" y="0"/>
                <a:ext cx="2328418" cy="112903"/>
              </a:xfrm>
              <a:custGeom>
                <a:avLst/>
                <a:gdLst/>
                <a:ahLst/>
                <a:cxnLst/>
                <a:rect l="l" t="t" r="r" b="b"/>
                <a:pathLst>
                  <a:path w="2328418" h="112903">
                    <a:moveTo>
                      <a:pt x="2328418" y="56515"/>
                    </a:moveTo>
                    <a:cubicBezTo>
                      <a:pt x="2328418" y="25146"/>
                      <a:pt x="2307463" y="0"/>
                      <a:pt x="2286635" y="0"/>
                    </a:cubicBezTo>
                    <a:cubicBezTo>
                      <a:pt x="41783" y="0"/>
                      <a:pt x="41783" y="0"/>
                      <a:pt x="41783" y="0"/>
                    </a:cubicBezTo>
                    <a:cubicBezTo>
                      <a:pt x="20955" y="0"/>
                      <a:pt x="0" y="25146"/>
                      <a:pt x="0" y="56515"/>
                    </a:cubicBezTo>
                    <a:cubicBezTo>
                      <a:pt x="0" y="87884"/>
                      <a:pt x="20955" y="112903"/>
                      <a:pt x="41783" y="112903"/>
                    </a:cubicBezTo>
                    <a:cubicBezTo>
                      <a:pt x="2286508" y="112903"/>
                      <a:pt x="2286508" y="112903"/>
                      <a:pt x="2286508" y="112903"/>
                    </a:cubicBezTo>
                    <a:cubicBezTo>
                      <a:pt x="2307463" y="112903"/>
                      <a:pt x="2328291" y="87757"/>
                      <a:pt x="2328291" y="56388"/>
                    </a:cubicBezTo>
                    <a:close/>
                  </a:path>
                </a:pathLst>
              </a:custGeom>
              <a:solidFill>
                <a:srgbClr val="595959"/>
              </a:solidFill>
            </p:spPr>
          </p:sp>
        </p:grpSp>
        <p:grpSp>
          <p:nvGrpSpPr>
            <p:cNvPr id="206" name="Group 206"/>
            <p:cNvGrpSpPr/>
            <p:nvPr/>
          </p:nvGrpSpPr>
          <p:grpSpPr>
            <a:xfrm>
              <a:off x="5753255" y="5598581"/>
              <a:ext cx="581675" cy="56475"/>
              <a:chOff x="0" y="0"/>
              <a:chExt cx="1163351" cy="112950"/>
            </a:xfrm>
          </p:grpSpPr>
          <p:sp>
            <p:nvSpPr>
              <p:cNvPr id="207" name="Freeform 207"/>
              <p:cNvSpPr/>
              <p:nvPr/>
            </p:nvSpPr>
            <p:spPr>
              <a:xfrm>
                <a:off x="0" y="0"/>
                <a:ext cx="1163320" cy="112903"/>
              </a:xfrm>
              <a:custGeom>
                <a:avLst/>
                <a:gdLst/>
                <a:ahLst/>
                <a:cxnLst/>
                <a:rect l="l" t="t" r="r" b="b"/>
                <a:pathLst>
                  <a:path w="1163320" h="112903">
                    <a:moveTo>
                      <a:pt x="112153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12903"/>
                      <a:pt x="0" y="112903"/>
                      <a:pt x="0" y="112903"/>
                    </a:cubicBezTo>
                    <a:cubicBezTo>
                      <a:pt x="1121537" y="112903"/>
                      <a:pt x="1121537" y="112903"/>
                      <a:pt x="1121537" y="112903"/>
                    </a:cubicBezTo>
                    <a:cubicBezTo>
                      <a:pt x="1142492" y="112903"/>
                      <a:pt x="1163320" y="87757"/>
                      <a:pt x="1163320" y="56388"/>
                    </a:cubicBezTo>
                    <a:cubicBezTo>
                      <a:pt x="1163320" y="25019"/>
                      <a:pt x="1142492" y="0"/>
                      <a:pt x="1121537" y="0"/>
                    </a:cubicBezTo>
                    <a:close/>
                  </a:path>
                </a:pathLst>
              </a:custGeom>
              <a:solidFill>
                <a:srgbClr val="404040"/>
              </a:solidFill>
            </p:spPr>
          </p:sp>
        </p:grpSp>
        <p:grpSp>
          <p:nvGrpSpPr>
            <p:cNvPr id="208" name="Group 208"/>
            <p:cNvGrpSpPr/>
            <p:nvPr/>
          </p:nvGrpSpPr>
          <p:grpSpPr>
            <a:xfrm>
              <a:off x="5753255" y="5066333"/>
              <a:ext cx="581675" cy="532247"/>
              <a:chOff x="0" y="0"/>
              <a:chExt cx="1163351" cy="1064494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1163320" cy="1064514"/>
              </a:xfrm>
              <a:custGeom>
                <a:avLst/>
                <a:gdLst/>
                <a:ahLst/>
                <a:cxnLst/>
                <a:rect l="l" t="t" r="r" b="b"/>
                <a:pathLst>
                  <a:path w="1163320" h="1064514">
                    <a:moveTo>
                      <a:pt x="107276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64514"/>
                      <a:pt x="0" y="1064514"/>
                      <a:pt x="0" y="1064514"/>
                    </a:cubicBezTo>
                    <a:cubicBezTo>
                      <a:pt x="1072769" y="1064514"/>
                      <a:pt x="1072769" y="1064514"/>
                      <a:pt x="1072769" y="1064514"/>
                    </a:cubicBezTo>
                    <a:cubicBezTo>
                      <a:pt x="1121537" y="1064514"/>
                      <a:pt x="1163320" y="1026668"/>
                      <a:pt x="1163320" y="982599"/>
                    </a:cubicBezTo>
                    <a:cubicBezTo>
                      <a:pt x="1163320" y="81915"/>
                      <a:pt x="1163320" y="81915"/>
                      <a:pt x="1163320" y="81915"/>
                    </a:cubicBezTo>
                    <a:cubicBezTo>
                      <a:pt x="1163320" y="37846"/>
                      <a:pt x="1121537" y="0"/>
                      <a:pt x="107276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</p:grpSp>
        <p:sp>
          <p:nvSpPr>
            <p:cNvPr id="211" name="Freeform 211"/>
            <p:cNvSpPr/>
            <p:nvPr/>
          </p:nvSpPr>
          <p:spPr>
            <a:xfrm>
              <a:off x="7210863" y="3397646"/>
              <a:ext cx="149696" cy="239047"/>
            </a:xfrm>
            <a:custGeom>
              <a:avLst/>
              <a:gdLst/>
              <a:ahLst/>
              <a:cxnLst/>
              <a:rect l="l" t="t" r="r" b="b"/>
              <a:pathLst>
                <a:path w="224544" h="358571">
                  <a:moveTo>
                    <a:pt x="0" y="0"/>
                  </a:moveTo>
                  <a:lnTo>
                    <a:pt x="224544" y="0"/>
                  </a:lnTo>
                  <a:lnTo>
                    <a:pt x="224544" y="358572"/>
                  </a:lnTo>
                  <a:lnTo>
                    <a:pt x="0" y="358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2" name="Freeform 212"/>
            <p:cNvSpPr/>
            <p:nvPr/>
          </p:nvSpPr>
          <p:spPr>
            <a:xfrm>
              <a:off x="7091962" y="3397646"/>
              <a:ext cx="136010" cy="242142"/>
            </a:xfrm>
            <a:custGeom>
              <a:avLst/>
              <a:gdLst/>
              <a:ahLst/>
              <a:cxnLst/>
              <a:rect l="l" t="t" r="r" b="b"/>
              <a:pathLst>
                <a:path w="204015" h="363213">
                  <a:moveTo>
                    <a:pt x="0" y="0"/>
                  </a:moveTo>
                  <a:lnTo>
                    <a:pt x="204015" y="0"/>
                  </a:lnTo>
                  <a:lnTo>
                    <a:pt x="204015" y="363213"/>
                  </a:lnTo>
                  <a:lnTo>
                    <a:pt x="0" y="36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3" name="Group 213"/>
            <p:cNvGrpSpPr/>
            <p:nvPr/>
          </p:nvGrpSpPr>
          <p:grpSpPr>
            <a:xfrm>
              <a:off x="7210863" y="3469591"/>
              <a:ext cx="69288" cy="95155"/>
              <a:chOff x="0" y="0"/>
              <a:chExt cx="138576" cy="190311"/>
            </a:xfrm>
          </p:grpSpPr>
          <p:sp>
            <p:nvSpPr>
              <p:cNvPr id="214" name="Freeform 214"/>
              <p:cNvSpPr/>
              <p:nvPr/>
            </p:nvSpPr>
            <p:spPr>
              <a:xfrm>
                <a:off x="0" y="0"/>
                <a:ext cx="138557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38557" h="190246">
                    <a:moveTo>
                      <a:pt x="138557" y="95123"/>
                    </a:moveTo>
                    <a:cubicBezTo>
                      <a:pt x="138557" y="44450"/>
                      <a:pt x="90043" y="0"/>
                      <a:pt x="34671" y="0"/>
                    </a:cubicBezTo>
                    <a:cubicBezTo>
                      <a:pt x="0" y="95123"/>
                      <a:pt x="0" y="95123"/>
                      <a:pt x="0" y="95123"/>
                    </a:cubicBezTo>
                    <a:cubicBezTo>
                      <a:pt x="34671" y="190246"/>
                      <a:pt x="34671" y="190246"/>
                      <a:pt x="34671" y="190246"/>
                    </a:cubicBezTo>
                    <a:cubicBezTo>
                      <a:pt x="90043" y="190246"/>
                      <a:pt x="138557" y="145796"/>
                      <a:pt x="138557" y="95123"/>
                    </a:cubicBez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215" name="Group 215"/>
            <p:cNvGrpSpPr/>
            <p:nvPr/>
          </p:nvGrpSpPr>
          <p:grpSpPr>
            <a:xfrm>
              <a:off x="7175792" y="3469591"/>
              <a:ext cx="52180" cy="95155"/>
              <a:chOff x="0" y="0"/>
              <a:chExt cx="104360" cy="190311"/>
            </a:xfrm>
          </p:grpSpPr>
          <p:sp>
            <p:nvSpPr>
              <p:cNvPr id="216" name="Freeform 216"/>
              <p:cNvSpPr/>
              <p:nvPr/>
            </p:nvSpPr>
            <p:spPr>
              <a:xfrm>
                <a:off x="0" y="0"/>
                <a:ext cx="104394" cy="190246"/>
              </a:xfrm>
              <a:custGeom>
                <a:avLst/>
                <a:gdLst/>
                <a:ahLst/>
                <a:cxnLst/>
                <a:rect l="l" t="t" r="r" b="b"/>
                <a:pathLst>
                  <a:path w="104394" h="190246">
                    <a:moveTo>
                      <a:pt x="0" y="95123"/>
                    </a:moveTo>
                    <a:cubicBezTo>
                      <a:pt x="0" y="145923"/>
                      <a:pt x="41783" y="190246"/>
                      <a:pt x="104394" y="190246"/>
                    </a:cubicBezTo>
                    <a:cubicBezTo>
                      <a:pt x="104394" y="0"/>
                      <a:pt x="104394" y="0"/>
                      <a:pt x="104394" y="0"/>
                    </a:cubicBezTo>
                    <a:cubicBezTo>
                      <a:pt x="41783" y="0"/>
                      <a:pt x="0" y="44450"/>
                      <a:pt x="0" y="951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17" name="Freeform 217"/>
            <p:cNvSpPr/>
            <p:nvPr/>
          </p:nvSpPr>
          <p:spPr>
            <a:xfrm>
              <a:off x="7343451" y="3198826"/>
              <a:ext cx="146275" cy="239821"/>
            </a:xfrm>
            <a:custGeom>
              <a:avLst/>
              <a:gdLst/>
              <a:ahLst/>
              <a:cxnLst/>
              <a:rect l="l" t="t" r="r" b="b"/>
              <a:pathLst>
                <a:path w="219412" h="359732">
                  <a:moveTo>
                    <a:pt x="0" y="0"/>
                  </a:moveTo>
                  <a:lnTo>
                    <a:pt x="219412" y="0"/>
                  </a:lnTo>
                  <a:lnTo>
                    <a:pt x="219412" y="359732"/>
                  </a:lnTo>
                  <a:lnTo>
                    <a:pt x="0" y="359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8" name="Freeform 218"/>
            <p:cNvSpPr/>
            <p:nvPr/>
          </p:nvSpPr>
          <p:spPr>
            <a:xfrm>
              <a:off x="7221128" y="3202695"/>
              <a:ext cx="136010" cy="239047"/>
            </a:xfrm>
            <a:custGeom>
              <a:avLst/>
              <a:gdLst/>
              <a:ahLst/>
              <a:cxnLst/>
              <a:rect l="l" t="t" r="r" b="b"/>
              <a:pathLst>
                <a:path w="204015" h="358571">
                  <a:moveTo>
                    <a:pt x="0" y="0"/>
                  </a:moveTo>
                  <a:lnTo>
                    <a:pt x="204015" y="0"/>
                  </a:lnTo>
                  <a:lnTo>
                    <a:pt x="204015" y="358572"/>
                  </a:lnTo>
                  <a:lnTo>
                    <a:pt x="0" y="358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9" name="Group 219"/>
            <p:cNvGrpSpPr/>
            <p:nvPr/>
          </p:nvGrpSpPr>
          <p:grpSpPr>
            <a:xfrm>
              <a:off x="7343451" y="3274641"/>
              <a:ext cx="65867" cy="91287"/>
              <a:chOff x="0" y="0"/>
              <a:chExt cx="131734" cy="182574"/>
            </a:xfrm>
          </p:grpSpPr>
          <p:sp>
            <p:nvSpPr>
              <p:cNvPr id="220" name="Freeform 220"/>
              <p:cNvSpPr/>
              <p:nvPr/>
            </p:nvSpPr>
            <p:spPr>
              <a:xfrm>
                <a:off x="0" y="0"/>
                <a:ext cx="131699" cy="182626"/>
              </a:xfrm>
              <a:custGeom>
                <a:avLst/>
                <a:gdLst/>
                <a:ahLst/>
                <a:cxnLst/>
                <a:rect l="l" t="t" r="r" b="b"/>
                <a:pathLst>
                  <a:path w="131699" h="182626">
                    <a:moveTo>
                      <a:pt x="131699" y="94488"/>
                    </a:moveTo>
                    <a:cubicBezTo>
                      <a:pt x="131699" y="37719"/>
                      <a:pt x="83185" y="0"/>
                      <a:pt x="27686" y="0"/>
                    </a:cubicBezTo>
                    <a:cubicBezTo>
                      <a:pt x="0" y="94488"/>
                      <a:pt x="0" y="94488"/>
                      <a:pt x="0" y="94488"/>
                    </a:cubicBezTo>
                    <a:cubicBezTo>
                      <a:pt x="27686" y="182626"/>
                      <a:pt x="27686" y="182626"/>
                      <a:pt x="27686" y="182626"/>
                    </a:cubicBezTo>
                    <a:cubicBezTo>
                      <a:pt x="83185" y="182626"/>
                      <a:pt x="131699" y="144907"/>
                      <a:pt x="131699" y="94488"/>
                    </a:cubicBez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221" name="Group 221"/>
            <p:cNvGrpSpPr/>
            <p:nvPr/>
          </p:nvGrpSpPr>
          <p:grpSpPr>
            <a:xfrm>
              <a:off x="7304957" y="3274641"/>
              <a:ext cx="52180" cy="91287"/>
              <a:chOff x="0" y="0"/>
              <a:chExt cx="104360" cy="182574"/>
            </a:xfrm>
          </p:grpSpPr>
          <p:sp>
            <p:nvSpPr>
              <p:cNvPr id="222" name="Freeform 222"/>
              <p:cNvSpPr/>
              <p:nvPr/>
            </p:nvSpPr>
            <p:spPr>
              <a:xfrm>
                <a:off x="0" y="0"/>
                <a:ext cx="104394" cy="182626"/>
              </a:xfrm>
              <a:custGeom>
                <a:avLst/>
                <a:gdLst/>
                <a:ahLst/>
                <a:cxnLst/>
                <a:rect l="l" t="t" r="r" b="b"/>
                <a:pathLst>
                  <a:path w="104394" h="182626">
                    <a:moveTo>
                      <a:pt x="0" y="94488"/>
                    </a:moveTo>
                    <a:cubicBezTo>
                      <a:pt x="0" y="144907"/>
                      <a:pt x="41783" y="182626"/>
                      <a:pt x="104394" y="182626"/>
                    </a:cubicBezTo>
                    <a:cubicBezTo>
                      <a:pt x="104394" y="0"/>
                      <a:pt x="104394" y="0"/>
                      <a:pt x="104394" y="0"/>
                    </a:cubicBezTo>
                    <a:cubicBezTo>
                      <a:pt x="41783" y="0"/>
                      <a:pt x="0" y="37719"/>
                      <a:pt x="0" y="944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23" name="Group 223"/>
            <p:cNvGrpSpPr/>
            <p:nvPr/>
          </p:nvGrpSpPr>
          <p:grpSpPr>
            <a:xfrm>
              <a:off x="6153585" y="2862305"/>
              <a:ext cx="425991" cy="465716"/>
              <a:chOff x="0" y="0"/>
              <a:chExt cx="851983" cy="931433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52043" cy="931418"/>
              </a:xfrm>
              <a:custGeom>
                <a:avLst/>
                <a:gdLst/>
                <a:ahLst/>
                <a:cxnLst/>
                <a:rect l="l" t="t" r="r" b="b"/>
                <a:pathLst>
                  <a:path w="852043" h="931418">
                    <a:moveTo>
                      <a:pt x="467868" y="283210"/>
                    </a:moveTo>
                    <a:cubicBezTo>
                      <a:pt x="453898" y="283210"/>
                      <a:pt x="439928" y="283210"/>
                      <a:pt x="425958" y="283210"/>
                    </a:cubicBezTo>
                    <a:cubicBezTo>
                      <a:pt x="321183" y="283210"/>
                      <a:pt x="237363" y="346202"/>
                      <a:pt x="209423" y="434213"/>
                    </a:cubicBezTo>
                    <a:cubicBezTo>
                      <a:pt x="90805" y="465709"/>
                      <a:pt x="0" y="560070"/>
                      <a:pt x="0" y="679704"/>
                    </a:cubicBezTo>
                    <a:cubicBezTo>
                      <a:pt x="0" y="818134"/>
                      <a:pt x="125730" y="931418"/>
                      <a:pt x="279400" y="931418"/>
                    </a:cubicBezTo>
                    <a:cubicBezTo>
                      <a:pt x="852043" y="931418"/>
                      <a:pt x="852043" y="931418"/>
                      <a:pt x="852043" y="931418"/>
                    </a:cubicBezTo>
                    <a:cubicBezTo>
                      <a:pt x="852043" y="0"/>
                      <a:pt x="852043" y="0"/>
                      <a:pt x="852043" y="0"/>
                    </a:cubicBezTo>
                    <a:cubicBezTo>
                      <a:pt x="663448" y="6350"/>
                      <a:pt x="502793" y="125857"/>
                      <a:pt x="467868" y="28321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25" name="Group 225"/>
            <p:cNvGrpSpPr/>
            <p:nvPr/>
          </p:nvGrpSpPr>
          <p:grpSpPr>
            <a:xfrm>
              <a:off x="6579575" y="2862305"/>
              <a:ext cx="425136" cy="465716"/>
              <a:chOff x="0" y="0"/>
              <a:chExt cx="850272" cy="931433"/>
            </a:xfrm>
          </p:grpSpPr>
          <p:sp>
            <p:nvSpPr>
              <p:cNvPr id="226" name="Freeform 226"/>
              <p:cNvSpPr/>
              <p:nvPr/>
            </p:nvSpPr>
            <p:spPr>
              <a:xfrm>
                <a:off x="0" y="0"/>
                <a:ext cx="850265" cy="931418"/>
              </a:xfrm>
              <a:custGeom>
                <a:avLst/>
                <a:gdLst/>
                <a:ahLst/>
                <a:cxnLst/>
                <a:rect l="l" t="t" r="r" b="b"/>
                <a:pathLst>
                  <a:path w="850265" h="931418">
                    <a:moveTo>
                      <a:pt x="710946" y="459486"/>
                    </a:moveTo>
                    <a:cubicBezTo>
                      <a:pt x="710946" y="308483"/>
                      <a:pt x="571500" y="182626"/>
                      <a:pt x="397383" y="182626"/>
                    </a:cubicBezTo>
                    <a:cubicBezTo>
                      <a:pt x="383413" y="182626"/>
                      <a:pt x="369443" y="182626"/>
                      <a:pt x="355600" y="182626"/>
                    </a:cubicBezTo>
                    <a:cubicBezTo>
                      <a:pt x="285750" y="75565"/>
                      <a:pt x="160274" y="0"/>
                      <a:pt x="6985" y="0"/>
                    </a:cubicBezTo>
                    <a:cubicBezTo>
                      <a:pt x="6985" y="0"/>
                      <a:pt x="6985" y="0"/>
                      <a:pt x="0" y="0"/>
                    </a:cubicBezTo>
                    <a:cubicBezTo>
                      <a:pt x="0" y="931418"/>
                      <a:pt x="0" y="931418"/>
                      <a:pt x="0" y="931418"/>
                    </a:cubicBezTo>
                    <a:cubicBezTo>
                      <a:pt x="571500" y="931418"/>
                      <a:pt x="571500" y="931418"/>
                      <a:pt x="571500" y="931418"/>
                    </a:cubicBezTo>
                    <a:cubicBezTo>
                      <a:pt x="724789" y="931418"/>
                      <a:pt x="850265" y="818134"/>
                      <a:pt x="850265" y="679704"/>
                    </a:cubicBezTo>
                    <a:cubicBezTo>
                      <a:pt x="850265" y="585343"/>
                      <a:pt x="794512" y="503428"/>
                      <a:pt x="710819" y="459486"/>
                    </a:cubicBez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sp>
          <p:nvSpPr>
            <p:cNvPr id="227" name="Freeform 227"/>
            <p:cNvSpPr/>
            <p:nvPr/>
          </p:nvSpPr>
          <p:spPr>
            <a:xfrm>
              <a:off x="6579575" y="2846831"/>
              <a:ext cx="443099" cy="494340"/>
            </a:xfrm>
            <a:custGeom>
              <a:avLst/>
              <a:gdLst/>
              <a:ahLst/>
              <a:cxnLst/>
              <a:rect l="l" t="t" r="r" b="b"/>
              <a:pathLst>
                <a:path w="664649" h="741510">
                  <a:moveTo>
                    <a:pt x="0" y="0"/>
                  </a:moveTo>
                  <a:lnTo>
                    <a:pt x="664649" y="0"/>
                  </a:lnTo>
                  <a:lnTo>
                    <a:pt x="664649" y="741510"/>
                  </a:lnTo>
                  <a:lnTo>
                    <a:pt x="0" y="741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8" name="Freeform 228"/>
            <p:cNvSpPr/>
            <p:nvPr/>
          </p:nvSpPr>
          <p:spPr>
            <a:xfrm>
              <a:off x="6139898" y="2846831"/>
              <a:ext cx="439678" cy="494340"/>
            </a:xfrm>
            <a:custGeom>
              <a:avLst/>
              <a:gdLst/>
              <a:ahLst/>
              <a:cxnLst/>
              <a:rect l="l" t="t" r="r" b="b"/>
              <a:pathLst>
                <a:path w="659517" h="741510">
                  <a:moveTo>
                    <a:pt x="0" y="0"/>
                  </a:moveTo>
                  <a:lnTo>
                    <a:pt x="659517" y="0"/>
                  </a:lnTo>
                  <a:lnTo>
                    <a:pt x="659517" y="741510"/>
                  </a:lnTo>
                  <a:lnTo>
                    <a:pt x="0" y="741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9" name="Group 229"/>
            <p:cNvGrpSpPr/>
            <p:nvPr/>
          </p:nvGrpSpPr>
          <p:grpSpPr>
            <a:xfrm>
              <a:off x="6380267" y="3035593"/>
              <a:ext cx="209575" cy="298616"/>
              <a:chOff x="0" y="0"/>
              <a:chExt cx="419149" cy="597231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419100" cy="597281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597281">
                    <a:moveTo>
                      <a:pt x="0" y="402336"/>
                    </a:moveTo>
                    <a:lnTo>
                      <a:pt x="203581" y="402336"/>
                    </a:lnTo>
                    <a:lnTo>
                      <a:pt x="203581" y="597281"/>
                    </a:lnTo>
                    <a:lnTo>
                      <a:pt x="398653" y="597281"/>
                    </a:lnTo>
                    <a:lnTo>
                      <a:pt x="419100" y="320294"/>
                    </a:lnTo>
                    <a:lnTo>
                      <a:pt x="398653" y="0"/>
                    </a:lnTo>
                    <a:lnTo>
                      <a:pt x="0" y="402336"/>
                    </a:lnTo>
                    <a:close/>
                  </a:path>
                </a:pathLst>
              </a:custGeom>
              <a:solidFill>
                <a:srgbClr val="76B2B1"/>
              </a:solidFill>
            </p:spPr>
          </p:sp>
        </p:grpSp>
        <p:grpSp>
          <p:nvGrpSpPr>
            <p:cNvPr id="231" name="Group 231"/>
            <p:cNvGrpSpPr/>
            <p:nvPr/>
          </p:nvGrpSpPr>
          <p:grpSpPr>
            <a:xfrm>
              <a:off x="6579575" y="3035593"/>
              <a:ext cx="201876" cy="298616"/>
              <a:chOff x="0" y="0"/>
              <a:chExt cx="403752" cy="597231"/>
            </a:xfrm>
          </p:grpSpPr>
          <p:sp>
            <p:nvSpPr>
              <p:cNvPr id="232" name="Freeform 232"/>
              <p:cNvSpPr/>
              <p:nvPr/>
            </p:nvSpPr>
            <p:spPr>
              <a:xfrm>
                <a:off x="0" y="0"/>
                <a:ext cx="403860" cy="597281"/>
              </a:xfrm>
              <a:custGeom>
                <a:avLst/>
                <a:gdLst/>
                <a:ahLst/>
                <a:cxnLst/>
                <a:rect l="l" t="t" r="r" b="b"/>
                <a:pathLst>
                  <a:path w="403860" h="597281">
                    <a:moveTo>
                      <a:pt x="0" y="0"/>
                    </a:moveTo>
                    <a:lnTo>
                      <a:pt x="0" y="597281"/>
                    </a:lnTo>
                    <a:lnTo>
                      <a:pt x="201930" y="597281"/>
                    </a:lnTo>
                    <a:lnTo>
                      <a:pt x="201930" y="402336"/>
                    </a:lnTo>
                    <a:lnTo>
                      <a:pt x="403860" y="4023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9B98"/>
              </a:solidFill>
            </p:spPr>
          </p:sp>
        </p:grpSp>
        <p:sp>
          <p:nvSpPr>
            <p:cNvPr id="233" name="Freeform 233"/>
            <p:cNvSpPr/>
            <p:nvPr/>
          </p:nvSpPr>
          <p:spPr>
            <a:xfrm>
              <a:off x="4838827" y="2877777"/>
              <a:ext cx="296826" cy="440960"/>
            </a:xfrm>
            <a:custGeom>
              <a:avLst/>
              <a:gdLst/>
              <a:ahLst/>
              <a:cxnLst/>
              <a:rect l="l" t="t" r="r" b="b"/>
              <a:pathLst>
                <a:path w="445239" h="661440">
                  <a:moveTo>
                    <a:pt x="0" y="0"/>
                  </a:moveTo>
                  <a:lnTo>
                    <a:pt x="445239" y="0"/>
                  </a:lnTo>
                  <a:lnTo>
                    <a:pt x="445239" y="661440"/>
                  </a:lnTo>
                  <a:lnTo>
                    <a:pt x="0" y="6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4" name="Freeform 234"/>
            <p:cNvSpPr/>
            <p:nvPr/>
          </p:nvSpPr>
          <p:spPr>
            <a:xfrm>
              <a:off x="4595037" y="2883965"/>
              <a:ext cx="258333" cy="434772"/>
            </a:xfrm>
            <a:custGeom>
              <a:avLst/>
              <a:gdLst/>
              <a:ahLst/>
              <a:cxnLst/>
              <a:rect l="l" t="t" r="r" b="b"/>
              <a:pathLst>
                <a:path w="387500" h="652158">
                  <a:moveTo>
                    <a:pt x="0" y="0"/>
                  </a:moveTo>
                  <a:lnTo>
                    <a:pt x="387500" y="0"/>
                  </a:lnTo>
                  <a:lnTo>
                    <a:pt x="387500" y="652158"/>
                  </a:lnTo>
                  <a:lnTo>
                    <a:pt x="0" y="652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5" name="Freeform 235"/>
            <p:cNvSpPr/>
            <p:nvPr/>
          </p:nvSpPr>
          <p:spPr>
            <a:xfrm>
              <a:off x="4838827" y="2818208"/>
              <a:ext cx="321633" cy="553909"/>
            </a:xfrm>
            <a:custGeom>
              <a:avLst/>
              <a:gdLst/>
              <a:ahLst/>
              <a:cxnLst/>
              <a:rect l="l" t="t" r="r" b="b"/>
              <a:pathLst>
                <a:path w="482449" h="830864">
                  <a:moveTo>
                    <a:pt x="0" y="0"/>
                  </a:moveTo>
                  <a:lnTo>
                    <a:pt x="482449" y="0"/>
                  </a:lnTo>
                  <a:lnTo>
                    <a:pt x="482449" y="830863"/>
                  </a:lnTo>
                  <a:lnTo>
                    <a:pt x="0" y="830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6" name="Freeform 236"/>
            <p:cNvSpPr/>
            <p:nvPr/>
          </p:nvSpPr>
          <p:spPr>
            <a:xfrm>
              <a:off x="4549700" y="2818208"/>
              <a:ext cx="303669" cy="553909"/>
            </a:xfrm>
            <a:custGeom>
              <a:avLst/>
              <a:gdLst/>
              <a:ahLst/>
              <a:cxnLst/>
              <a:rect l="l" t="t" r="r" b="b"/>
              <a:pathLst>
                <a:path w="455504" h="830864">
                  <a:moveTo>
                    <a:pt x="0" y="0"/>
                  </a:moveTo>
                  <a:lnTo>
                    <a:pt x="455503" y="0"/>
                  </a:lnTo>
                  <a:lnTo>
                    <a:pt x="455503" y="830863"/>
                  </a:lnTo>
                  <a:lnTo>
                    <a:pt x="0" y="830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7" name="Freeform 237"/>
            <p:cNvSpPr/>
            <p:nvPr/>
          </p:nvSpPr>
          <p:spPr>
            <a:xfrm>
              <a:off x="4232345" y="2918779"/>
              <a:ext cx="107781" cy="208103"/>
            </a:xfrm>
            <a:custGeom>
              <a:avLst/>
              <a:gdLst/>
              <a:ahLst/>
              <a:cxnLst/>
              <a:rect l="l" t="t" r="r" b="b"/>
              <a:pathLst>
                <a:path w="161672" h="312155">
                  <a:moveTo>
                    <a:pt x="0" y="0"/>
                  </a:moveTo>
                  <a:lnTo>
                    <a:pt x="161672" y="0"/>
                  </a:lnTo>
                  <a:lnTo>
                    <a:pt x="161672" y="312155"/>
                  </a:lnTo>
                  <a:lnTo>
                    <a:pt x="0" y="31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>
                <a:extLst>
                  <a:ext uri="{96DAC541-7B7A-43D3-8B79-37D633B846F1}">
                    <asvg:svgBlip xmlns:asvg="http://schemas.microsoft.com/office/drawing/2016/SVG/main" r:embed="rId5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8" name="Freeform 238"/>
            <p:cNvSpPr/>
            <p:nvPr/>
          </p:nvSpPr>
          <p:spPr>
            <a:xfrm>
              <a:off x="4225502" y="2877776"/>
              <a:ext cx="167659" cy="290105"/>
            </a:xfrm>
            <a:custGeom>
              <a:avLst/>
              <a:gdLst/>
              <a:ahLst/>
              <a:cxnLst/>
              <a:rect l="l" t="t" r="r" b="b"/>
              <a:pathLst>
                <a:path w="251489" h="435158">
                  <a:moveTo>
                    <a:pt x="0" y="0"/>
                  </a:moveTo>
                  <a:lnTo>
                    <a:pt x="251489" y="0"/>
                  </a:lnTo>
                  <a:lnTo>
                    <a:pt x="251489" y="435158"/>
                  </a:lnTo>
                  <a:lnTo>
                    <a:pt x="0" y="435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5">
                <a:extLst>
                  <a:ext uri="{96DAC541-7B7A-43D3-8B79-37D633B846F1}">
                    <asvg:svgBlip xmlns:asvg="http://schemas.microsoft.com/office/drawing/2016/SVG/main" r:embed="rId5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9" name="Freeform 239"/>
            <p:cNvSpPr/>
            <p:nvPr/>
          </p:nvSpPr>
          <p:spPr>
            <a:xfrm>
              <a:off x="4072385" y="2877776"/>
              <a:ext cx="159961" cy="290105"/>
            </a:xfrm>
            <a:custGeom>
              <a:avLst/>
              <a:gdLst/>
              <a:ahLst/>
              <a:cxnLst/>
              <a:rect l="l" t="t" r="r" b="b"/>
              <a:pathLst>
                <a:path w="239941" h="435158">
                  <a:moveTo>
                    <a:pt x="0" y="0"/>
                  </a:moveTo>
                  <a:lnTo>
                    <a:pt x="239940" y="0"/>
                  </a:lnTo>
                  <a:lnTo>
                    <a:pt x="239940" y="435158"/>
                  </a:lnTo>
                  <a:lnTo>
                    <a:pt x="0" y="435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7"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0" name="Freeform 240"/>
            <p:cNvSpPr/>
            <p:nvPr/>
          </p:nvSpPr>
          <p:spPr>
            <a:xfrm>
              <a:off x="7637119" y="3765092"/>
              <a:ext cx="196241" cy="329602"/>
            </a:xfrm>
            <a:custGeom>
              <a:avLst/>
              <a:gdLst/>
              <a:ahLst/>
              <a:cxnLst/>
              <a:rect l="l" t="t" r="r" b="b"/>
              <a:pathLst>
                <a:path w="294362" h="494403">
                  <a:moveTo>
                    <a:pt x="0" y="0"/>
                  </a:moveTo>
                  <a:lnTo>
                    <a:pt x="294362" y="0"/>
                  </a:lnTo>
                  <a:lnTo>
                    <a:pt x="294362" y="494403"/>
                  </a:lnTo>
                  <a:lnTo>
                    <a:pt x="0" y="494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9">
                <a:extLst>
                  <a:ext uri="{96DAC541-7B7A-43D3-8B79-37D633B846F1}">
                    <asvg:svgBlip xmlns:asvg="http://schemas.microsoft.com/office/drawing/2016/SVG/main" r:embed="rId6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41" name="Group 241"/>
            <p:cNvGrpSpPr/>
            <p:nvPr/>
          </p:nvGrpSpPr>
          <p:grpSpPr>
            <a:xfrm>
              <a:off x="3562135" y="4282276"/>
              <a:ext cx="504688" cy="456432"/>
              <a:chOff x="0" y="0"/>
              <a:chExt cx="1009375" cy="912865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1009396" cy="912876"/>
              </a:xfrm>
              <a:custGeom>
                <a:avLst/>
                <a:gdLst/>
                <a:ahLst/>
                <a:cxnLst/>
                <a:rect l="l" t="t" r="r" b="b"/>
                <a:pathLst>
                  <a:path w="1009396" h="912876">
                    <a:moveTo>
                      <a:pt x="0" y="456438"/>
                    </a:moveTo>
                    <a:cubicBezTo>
                      <a:pt x="0" y="204343"/>
                      <a:pt x="225933" y="0"/>
                      <a:pt x="504698" y="0"/>
                    </a:cubicBezTo>
                    <a:cubicBezTo>
                      <a:pt x="783463" y="0"/>
                      <a:pt x="1009396" y="204343"/>
                      <a:pt x="1009396" y="456438"/>
                    </a:cubicBezTo>
                    <a:cubicBezTo>
                      <a:pt x="1009396" y="708533"/>
                      <a:pt x="783463" y="912876"/>
                      <a:pt x="504698" y="912876"/>
                    </a:cubicBezTo>
                    <a:cubicBezTo>
                      <a:pt x="225933" y="912876"/>
                      <a:pt x="0" y="708533"/>
                      <a:pt x="0" y="45643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42BA97">
                      <a:alpha val="100000"/>
                    </a:srgbClr>
                  </a:gs>
                  <a:gs pos="100000">
                    <a:srgbClr val="328C71">
                      <a:alpha val="100000"/>
                    </a:srgbClr>
                  </a:gs>
                </a:gsLst>
                <a:lin ang="5400000"/>
              </a:gradFill>
            </p:spPr>
          </p:sp>
        </p:grpSp>
        <p:sp>
          <p:nvSpPr>
            <p:cNvPr id="243" name="Freeform 243"/>
            <p:cNvSpPr/>
            <p:nvPr/>
          </p:nvSpPr>
          <p:spPr>
            <a:xfrm>
              <a:off x="7210881" y="4291154"/>
              <a:ext cx="225961" cy="203977"/>
            </a:xfrm>
            <a:custGeom>
              <a:avLst/>
              <a:gdLst/>
              <a:ahLst/>
              <a:cxnLst/>
              <a:rect l="l" t="t" r="r" b="b"/>
              <a:pathLst>
                <a:path w="338941" h="305965">
                  <a:moveTo>
                    <a:pt x="0" y="0"/>
                  </a:moveTo>
                  <a:lnTo>
                    <a:pt x="338941" y="0"/>
                  </a:lnTo>
                  <a:lnTo>
                    <a:pt x="338941" y="305966"/>
                  </a:lnTo>
                  <a:lnTo>
                    <a:pt x="0" y="305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>
                <a:extLst>
                  <a:ext uri="{96DAC541-7B7A-43D3-8B79-37D633B846F1}">
                    <asvg:svgBlip xmlns:asvg="http://schemas.microsoft.com/office/drawing/2016/SVG/main" r:embed="rId6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5" name="Freeform 9">
            <a:extLst>
              <a:ext uri="{FF2B5EF4-FFF2-40B4-BE49-F238E27FC236}">
                <a16:creationId xmlns:a16="http://schemas.microsoft.com/office/drawing/2014/main" id="{E4B9D253-E683-43C9-B091-05E6A4489F9E}"/>
              </a:ext>
            </a:extLst>
          </p:cNvPr>
          <p:cNvSpPr/>
          <p:nvPr/>
        </p:nvSpPr>
        <p:spPr>
          <a:xfrm>
            <a:off x="9237432" y="1516794"/>
            <a:ext cx="686716" cy="640946"/>
          </a:xfrm>
          <a:custGeom>
            <a:avLst/>
            <a:gdLst/>
            <a:ahLst/>
            <a:cxnLst/>
            <a:rect l="l" t="t" r="r" b="b"/>
            <a:pathLst>
              <a:path w="911853" h="911853">
                <a:moveTo>
                  <a:pt x="0" y="0"/>
                </a:moveTo>
                <a:lnTo>
                  <a:pt x="911853" y="0"/>
                </a:lnTo>
                <a:lnTo>
                  <a:pt x="911853" y="911853"/>
                </a:lnTo>
                <a:lnTo>
                  <a:pt x="0" y="911853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 sz="933"/>
          </a:p>
        </p:txBody>
      </p:sp>
      <p:sp>
        <p:nvSpPr>
          <p:cNvPr id="246" name="Freeform 10">
            <a:extLst>
              <a:ext uri="{FF2B5EF4-FFF2-40B4-BE49-F238E27FC236}">
                <a16:creationId xmlns:a16="http://schemas.microsoft.com/office/drawing/2014/main" id="{B6EB13A8-0D95-423F-80D3-C94608A12FE7}"/>
              </a:ext>
            </a:extLst>
          </p:cNvPr>
          <p:cNvSpPr/>
          <p:nvPr/>
        </p:nvSpPr>
        <p:spPr>
          <a:xfrm>
            <a:off x="10030614" y="3726387"/>
            <a:ext cx="534759" cy="563683"/>
          </a:xfrm>
          <a:custGeom>
            <a:avLst/>
            <a:gdLst/>
            <a:ahLst/>
            <a:cxnLst/>
            <a:rect l="l" t="t" r="r" b="b"/>
            <a:pathLst>
              <a:path w="710077" h="801935">
                <a:moveTo>
                  <a:pt x="0" y="0"/>
                </a:moveTo>
                <a:lnTo>
                  <a:pt x="710077" y="0"/>
                </a:lnTo>
                <a:lnTo>
                  <a:pt x="710077" y="801935"/>
                </a:lnTo>
                <a:lnTo>
                  <a:pt x="0" y="801935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 sz="933"/>
          </a:p>
        </p:txBody>
      </p:sp>
      <p:sp>
        <p:nvSpPr>
          <p:cNvPr id="247" name="TextBox 18">
            <a:extLst>
              <a:ext uri="{FF2B5EF4-FFF2-40B4-BE49-F238E27FC236}">
                <a16:creationId xmlns:a16="http://schemas.microsoft.com/office/drawing/2014/main" id="{69B2EADF-B750-4AD1-9772-17FBC61D54C7}"/>
              </a:ext>
            </a:extLst>
          </p:cNvPr>
          <p:cNvSpPr txBox="1"/>
          <p:nvPr/>
        </p:nvSpPr>
        <p:spPr>
          <a:xfrm>
            <a:off x="9240278" y="4626390"/>
            <a:ext cx="2319749" cy="42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rgbClr val="1CADE4"/>
                </a:solidFill>
                <a:latin typeface="Arial Bold"/>
                <a:ea typeface="Arial Bold"/>
                <a:cs typeface="Arial Bold"/>
                <a:sym typeface="Arial Bold"/>
              </a:rPr>
              <a:t>EVALUACIÓN Y RETROALIMENTACIÓN</a:t>
            </a:r>
            <a:endParaRPr lang="en-US" sz="1399" b="1" dirty="0">
              <a:solidFill>
                <a:srgbClr val="1CADE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48" name="TextBox 22">
            <a:extLst>
              <a:ext uri="{FF2B5EF4-FFF2-40B4-BE49-F238E27FC236}">
                <a16:creationId xmlns:a16="http://schemas.microsoft.com/office/drawing/2014/main" id="{61FED6A2-DC25-4174-9DE2-D28D97952375}"/>
              </a:ext>
            </a:extLst>
          </p:cNvPr>
          <p:cNvSpPr txBox="1"/>
          <p:nvPr/>
        </p:nvSpPr>
        <p:spPr>
          <a:xfrm>
            <a:off x="8643800" y="2309304"/>
            <a:ext cx="1733247" cy="42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rgbClr val="1CADE4"/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</a:t>
            </a:r>
            <a:endParaRPr lang="en-US" sz="1399" b="1" dirty="0">
              <a:solidFill>
                <a:srgbClr val="1CADE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49" name="TextBox 22">
            <a:extLst>
              <a:ext uri="{FF2B5EF4-FFF2-40B4-BE49-F238E27FC236}">
                <a16:creationId xmlns:a16="http://schemas.microsoft.com/office/drawing/2014/main" id="{3C447BD3-58AC-472D-B350-324139CC5647}"/>
              </a:ext>
            </a:extLst>
          </p:cNvPr>
          <p:cNvSpPr txBox="1"/>
          <p:nvPr/>
        </p:nvSpPr>
        <p:spPr>
          <a:xfrm>
            <a:off x="5050254" y="1776972"/>
            <a:ext cx="2178534" cy="42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rgbClr val="1CADE4"/>
                </a:solidFill>
                <a:latin typeface="Arial Bold"/>
                <a:ea typeface="Arial Bold"/>
                <a:cs typeface="Arial Bold"/>
                <a:sym typeface="Arial Bold"/>
              </a:rPr>
              <a:t>MINIMIZAR ERRORES DOCUMENTARIOS</a:t>
            </a:r>
            <a:endParaRPr lang="en-US" sz="1399" b="1" dirty="0">
              <a:solidFill>
                <a:srgbClr val="1CADE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50" name="Freeform 8">
            <a:extLst>
              <a:ext uri="{FF2B5EF4-FFF2-40B4-BE49-F238E27FC236}">
                <a16:creationId xmlns:a16="http://schemas.microsoft.com/office/drawing/2014/main" id="{6AB6F215-E196-4945-850C-EC0548ED4CD5}"/>
              </a:ext>
            </a:extLst>
          </p:cNvPr>
          <p:cNvSpPr/>
          <p:nvPr/>
        </p:nvSpPr>
        <p:spPr>
          <a:xfrm>
            <a:off x="5883347" y="997793"/>
            <a:ext cx="637034" cy="634213"/>
          </a:xfrm>
          <a:custGeom>
            <a:avLst/>
            <a:gdLst/>
            <a:ahLst/>
            <a:cxnLst/>
            <a:rect l="l" t="t" r="r" b="b"/>
            <a:pathLst>
              <a:path w="845883" h="902275">
                <a:moveTo>
                  <a:pt x="0" y="0"/>
                </a:moveTo>
                <a:lnTo>
                  <a:pt x="845883" y="0"/>
                </a:lnTo>
                <a:lnTo>
                  <a:pt x="845883" y="902276"/>
                </a:lnTo>
                <a:lnTo>
                  <a:pt x="0" y="902276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 sz="933"/>
          </a:p>
        </p:txBody>
      </p:sp>
      <p:sp>
        <p:nvSpPr>
          <p:cNvPr id="251" name="Freeform 7">
            <a:extLst>
              <a:ext uri="{FF2B5EF4-FFF2-40B4-BE49-F238E27FC236}">
                <a16:creationId xmlns:a16="http://schemas.microsoft.com/office/drawing/2014/main" id="{6A90A032-BD39-43D1-A7E6-DE6DC3186EB8}"/>
              </a:ext>
            </a:extLst>
          </p:cNvPr>
          <p:cNvSpPr/>
          <p:nvPr/>
        </p:nvSpPr>
        <p:spPr>
          <a:xfrm>
            <a:off x="1542050" y="3894619"/>
            <a:ext cx="598379" cy="556402"/>
          </a:xfrm>
          <a:custGeom>
            <a:avLst/>
            <a:gdLst/>
            <a:ahLst/>
            <a:cxnLst/>
            <a:rect l="l" t="t" r="r" b="b"/>
            <a:pathLst>
              <a:path w="794555" h="791575">
                <a:moveTo>
                  <a:pt x="0" y="0"/>
                </a:moveTo>
                <a:lnTo>
                  <a:pt x="794554" y="0"/>
                </a:lnTo>
                <a:lnTo>
                  <a:pt x="794554" y="791576"/>
                </a:lnTo>
                <a:lnTo>
                  <a:pt x="0" y="791576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 sz="933"/>
          </a:p>
        </p:txBody>
      </p:sp>
      <p:sp>
        <p:nvSpPr>
          <p:cNvPr id="252" name="TextBox 13">
            <a:extLst>
              <a:ext uri="{FF2B5EF4-FFF2-40B4-BE49-F238E27FC236}">
                <a16:creationId xmlns:a16="http://schemas.microsoft.com/office/drawing/2014/main" id="{D652C49F-4F39-4948-8C48-B4BCBF1353B7}"/>
              </a:ext>
            </a:extLst>
          </p:cNvPr>
          <p:cNvSpPr txBox="1"/>
          <p:nvPr/>
        </p:nvSpPr>
        <p:spPr>
          <a:xfrm>
            <a:off x="1605948" y="2323133"/>
            <a:ext cx="1830049" cy="42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rgbClr val="1CADE4"/>
                </a:solidFill>
                <a:latin typeface="Arial Bold"/>
                <a:ea typeface="Arial Bold"/>
                <a:cs typeface="Arial Bold"/>
                <a:sym typeface="Arial Bold"/>
              </a:rPr>
              <a:t>ESTANDARIZACIÓN DOCUMENTARIA</a:t>
            </a:r>
            <a:endParaRPr lang="en-US" sz="1399" b="1" dirty="0">
              <a:solidFill>
                <a:srgbClr val="1CADE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53" name="Rectángulo: esquinas redondeadas 252">
            <a:extLst>
              <a:ext uri="{FF2B5EF4-FFF2-40B4-BE49-F238E27FC236}">
                <a16:creationId xmlns:a16="http://schemas.microsoft.com/office/drawing/2014/main" id="{074121F7-99BC-4020-95C8-15CB946E4ABE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OBJETIVO DEL SISTEMA DE ACREDITACIÓN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4" name="TextBox 13">
            <a:extLst>
              <a:ext uri="{FF2B5EF4-FFF2-40B4-BE49-F238E27FC236}">
                <a16:creationId xmlns:a16="http://schemas.microsoft.com/office/drawing/2014/main" id="{D22CAF89-95C3-4FB6-9946-2BF7FB6458C0}"/>
              </a:ext>
            </a:extLst>
          </p:cNvPr>
          <p:cNvSpPr txBox="1"/>
          <p:nvPr/>
        </p:nvSpPr>
        <p:spPr>
          <a:xfrm>
            <a:off x="942385" y="4699499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rgbClr val="1CADE4"/>
                </a:solidFill>
                <a:latin typeface="Arial Bold"/>
                <a:ea typeface="Arial Bold"/>
                <a:cs typeface="Arial Bold"/>
                <a:sym typeface="Arial Bold"/>
              </a:rPr>
              <a:t>CENTRALIZACION</a:t>
            </a:r>
            <a:endParaRPr lang="en-US" sz="1399" b="1" dirty="0">
              <a:solidFill>
                <a:srgbClr val="1CADE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255" name="Imagen 254" descr="Icono&#10;&#10;Descripción generada automáticamente">
            <a:extLst>
              <a:ext uri="{FF2B5EF4-FFF2-40B4-BE49-F238E27FC236}">
                <a16:creationId xmlns:a16="http://schemas.microsoft.com/office/drawing/2014/main" id="{A62547C2-5A2D-48A9-B4E3-92B88FAFB77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837473B0-CC2E-450A-ABE3-18F120FF3D39}">
                <a1611:picAttrSrcUrl xmlns:a1611="http://schemas.microsoft.com/office/drawing/2016/11/main" r:id="rId72"/>
              </a:ext>
            </a:extLst>
          </a:blip>
          <a:stretch>
            <a:fillRect/>
          </a:stretch>
        </p:blipFill>
        <p:spPr>
          <a:xfrm>
            <a:off x="2231316" y="1513482"/>
            <a:ext cx="579311" cy="698227"/>
          </a:xfrm>
          <a:prstGeom prst="rect">
            <a:avLst/>
          </a:prstGeom>
        </p:spPr>
      </p:pic>
      <p:sp>
        <p:nvSpPr>
          <p:cNvPr id="256" name="CuadroTexto 255">
            <a:extLst>
              <a:ext uri="{FF2B5EF4-FFF2-40B4-BE49-F238E27FC236}">
                <a16:creationId xmlns:a16="http://schemas.microsoft.com/office/drawing/2014/main" id="{CD3855B4-0D50-48EC-B88B-9C9FBD40474E}"/>
              </a:ext>
            </a:extLst>
          </p:cNvPr>
          <p:cNvSpPr txBox="1"/>
          <p:nvPr/>
        </p:nvSpPr>
        <p:spPr>
          <a:xfrm>
            <a:off x="1083005" y="6094943"/>
            <a:ext cx="1086353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PE">
                <a:hlinkClick r:id="rId73"/>
              </a:rPr>
              <a:t>https://www.figma.com/design/pwHaNvQgTXoCcvgVwpI2HW/PrototiposSistemaAcredita?node-id=0-1&amp;p=f&amp;t=SgceVOAcdoHf7iuL-0</a:t>
            </a:r>
            <a:endParaRPr lang="es-PE"/>
          </a:p>
          <a:p>
            <a:endParaRPr lang="es-PE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F3C964E6-676D-4D06-A16C-E09B39FD29C0}"/>
              </a:ext>
            </a:extLst>
          </p:cNvPr>
          <p:cNvSpPr/>
          <p:nvPr/>
        </p:nvSpPr>
        <p:spPr>
          <a:xfrm>
            <a:off x="820396" y="1901584"/>
            <a:ext cx="10054236" cy="220527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3" name="Rectángulo: esquinas redondeadas 252">
            <a:extLst>
              <a:ext uri="{FF2B5EF4-FFF2-40B4-BE49-F238E27FC236}">
                <a16:creationId xmlns:a16="http://schemas.microsoft.com/office/drawing/2014/main" id="{074121F7-99BC-4020-95C8-15CB946E4ABE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REQ. PARA PROCESO DE ACREDITACION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8FB7B2A3-4FB7-4AE2-8538-432FC14F7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6197219"/>
              </p:ext>
            </p:extLst>
          </p:nvPr>
        </p:nvGraphicFramePr>
        <p:xfrm>
          <a:off x="1394205" y="211643"/>
          <a:ext cx="8940800" cy="3130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1" name="TextBox 13">
            <a:extLst>
              <a:ext uri="{FF2B5EF4-FFF2-40B4-BE49-F238E27FC236}">
                <a16:creationId xmlns:a16="http://schemas.microsoft.com/office/drawing/2014/main" id="{3119EDAA-485F-4E3C-BEF3-46E5505E48EE}"/>
              </a:ext>
            </a:extLst>
          </p:cNvPr>
          <p:cNvSpPr txBox="1"/>
          <p:nvPr/>
        </p:nvSpPr>
        <p:spPr>
          <a:xfrm rot="16200000">
            <a:off x="653571" y="2635368"/>
            <a:ext cx="907459" cy="211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tx1"/>
                </a:solidFill>
                <a:latin typeface="Arial Bold"/>
                <a:ea typeface="Arial Bold"/>
                <a:cs typeface="Arial Bold"/>
                <a:sym typeface="Arial Bold"/>
              </a:rPr>
              <a:t>ACTUAL</a:t>
            </a:r>
            <a:endParaRPr lang="en-US" sz="1399" b="1" dirty="0">
              <a:solidFill>
                <a:schemeClr val="tx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4BBDA81-3F09-4004-A5D8-56AB1D0BB491}"/>
              </a:ext>
            </a:extLst>
          </p:cNvPr>
          <p:cNvSpPr/>
          <p:nvPr/>
        </p:nvSpPr>
        <p:spPr>
          <a:xfrm>
            <a:off x="820396" y="4509612"/>
            <a:ext cx="10054236" cy="220009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6" name="TextBox 13">
            <a:extLst>
              <a:ext uri="{FF2B5EF4-FFF2-40B4-BE49-F238E27FC236}">
                <a16:creationId xmlns:a16="http://schemas.microsoft.com/office/drawing/2014/main" id="{392EE1B1-8683-4900-807C-9B2C1FC447EC}"/>
              </a:ext>
            </a:extLst>
          </p:cNvPr>
          <p:cNvSpPr txBox="1"/>
          <p:nvPr/>
        </p:nvSpPr>
        <p:spPr>
          <a:xfrm rot="16200000">
            <a:off x="661479" y="5310087"/>
            <a:ext cx="907459" cy="211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tx1"/>
                </a:solidFill>
                <a:latin typeface="Arial Bold"/>
                <a:ea typeface="Arial Bold"/>
                <a:cs typeface="Arial Bold"/>
                <a:sym typeface="Arial Bold"/>
              </a:rPr>
              <a:t>SISTEMA</a:t>
            </a:r>
            <a:endParaRPr lang="en-US" sz="1399" b="1" dirty="0">
              <a:solidFill>
                <a:schemeClr val="tx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6225439-B8F4-487B-8EAB-D9DE6C3C0B7E}"/>
              </a:ext>
            </a:extLst>
          </p:cNvPr>
          <p:cNvCxnSpPr>
            <a:cxnSpLocks/>
          </p:cNvCxnSpPr>
          <p:nvPr/>
        </p:nvCxnSpPr>
        <p:spPr>
          <a:xfrm>
            <a:off x="4276436" y="846034"/>
            <a:ext cx="0" cy="3270327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B531E95-799E-452A-AC69-F6193017E9EB}"/>
              </a:ext>
            </a:extLst>
          </p:cNvPr>
          <p:cNvCxnSpPr>
            <a:cxnSpLocks/>
          </p:cNvCxnSpPr>
          <p:nvPr/>
        </p:nvCxnSpPr>
        <p:spPr>
          <a:xfrm>
            <a:off x="7259782" y="820396"/>
            <a:ext cx="0" cy="3295965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6" name="TextBox 13">
            <a:extLst>
              <a:ext uri="{FF2B5EF4-FFF2-40B4-BE49-F238E27FC236}">
                <a16:creationId xmlns:a16="http://schemas.microsoft.com/office/drawing/2014/main" id="{D894000D-69B9-4C2D-9D26-2C2C190E423D}"/>
              </a:ext>
            </a:extLst>
          </p:cNvPr>
          <p:cNvSpPr txBox="1"/>
          <p:nvPr/>
        </p:nvSpPr>
        <p:spPr>
          <a:xfrm>
            <a:off x="1001536" y="3880746"/>
            <a:ext cx="1335210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NT 050,GE,LE</a:t>
            </a:r>
            <a:endParaRPr lang="en-US" sz="1399" b="1" dirty="0">
              <a:solidFill>
                <a:schemeClr val="tx1">
                  <a:lumMod val="65000"/>
                  <a:lumOff val="35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97657D28-FB1A-4A4F-9FF9-FDC089DDF191}"/>
              </a:ext>
            </a:extLst>
          </p:cNvPr>
          <p:cNvSpPr txBox="1"/>
          <p:nvPr/>
        </p:nvSpPr>
        <p:spPr>
          <a:xfrm>
            <a:off x="521352" y="6463354"/>
            <a:ext cx="3999242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NT 050,GE,LE APLICADO A ESSALUD</a:t>
            </a:r>
            <a:endParaRPr lang="en-US" sz="1399" b="1" dirty="0">
              <a:solidFill>
                <a:schemeClr val="tx1">
                  <a:lumMod val="65000"/>
                  <a:lumOff val="35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3" name="Flecha: hacia abajo 32">
            <a:extLst>
              <a:ext uri="{FF2B5EF4-FFF2-40B4-BE49-F238E27FC236}">
                <a16:creationId xmlns:a16="http://schemas.microsoft.com/office/drawing/2014/main" id="{353420A9-9726-4E65-9A82-2E53D40B6EBE}"/>
              </a:ext>
            </a:extLst>
          </p:cNvPr>
          <p:cNvSpPr/>
          <p:nvPr/>
        </p:nvSpPr>
        <p:spPr>
          <a:xfrm>
            <a:off x="2674998" y="4187868"/>
            <a:ext cx="341829" cy="2594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Flecha: hacia abajo 48">
            <a:extLst>
              <a:ext uri="{FF2B5EF4-FFF2-40B4-BE49-F238E27FC236}">
                <a16:creationId xmlns:a16="http://schemas.microsoft.com/office/drawing/2014/main" id="{21C5A55F-4B92-4B95-9A6B-0E50DEF8CCAB}"/>
              </a:ext>
            </a:extLst>
          </p:cNvPr>
          <p:cNvSpPr/>
          <p:nvPr/>
        </p:nvSpPr>
        <p:spPr>
          <a:xfrm>
            <a:off x="5649959" y="4196312"/>
            <a:ext cx="341829" cy="2594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0" name="Flecha: hacia abajo 49">
            <a:extLst>
              <a:ext uri="{FF2B5EF4-FFF2-40B4-BE49-F238E27FC236}">
                <a16:creationId xmlns:a16="http://schemas.microsoft.com/office/drawing/2014/main" id="{3B6902B9-F392-4528-8576-EBB3F45C9CB2}"/>
              </a:ext>
            </a:extLst>
          </p:cNvPr>
          <p:cNvSpPr/>
          <p:nvPr/>
        </p:nvSpPr>
        <p:spPr>
          <a:xfrm>
            <a:off x="8527777" y="4205261"/>
            <a:ext cx="341829" cy="2594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BCCD1A4D-76F8-4385-BEAD-4A319A074481}"/>
              </a:ext>
            </a:extLst>
          </p:cNvPr>
          <p:cNvSpPr txBox="1"/>
          <p:nvPr/>
        </p:nvSpPr>
        <p:spPr>
          <a:xfrm>
            <a:off x="4847603" y="2028930"/>
            <a:ext cx="1855915" cy="8583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b="1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Errores continuos en redaccion y reglas de accion en doc. del proceso autoev.</a:t>
            </a:r>
            <a:endParaRPr lang="en-US" b="1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7C5DF96F-9541-4D1D-9A0F-D1F865E4B877}"/>
              </a:ext>
            </a:extLst>
          </p:cNvPr>
          <p:cNvSpPr txBox="1"/>
          <p:nvPr/>
        </p:nvSpPr>
        <p:spPr>
          <a:xfrm>
            <a:off x="1754648" y="2028930"/>
            <a:ext cx="1866796" cy="638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ts val="1679"/>
              </a:lnSpc>
              <a:defRPr b="1">
                <a:solidFill>
                  <a:schemeClr val="bg1"/>
                </a:solidFill>
                <a:latin typeface="Arial Bold"/>
                <a:ea typeface="Arial Bold"/>
                <a:cs typeface="Arial Bold"/>
              </a:defRPr>
            </a:lvl1pPr>
          </a:lstStyle>
          <a:p>
            <a:r>
              <a:rPr lang="es-PE"/>
              <a:t>Generación de Evidencias Temporales</a:t>
            </a:r>
            <a:endParaRPr lang="en-US" dirty="0">
              <a:sym typeface="Arial Bold"/>
            </a:endParaRPr>
          </a:p>
        </p:txBody>
      </p:sp>
      <p:sp>
        <p:nvSpPr>
          <p:cNvPr id="51" name="TextBox 13">
            <a:extLst>
              <a:ext uri="{FF2B5EF4-FFF2-40B4-BE49-F238E27FC236}">
                <a16:creationId xmlns:a16="http://schemas.microsoft.com/office/drawing/2014/main" id="{A61CF97E-9248-4E7A-AA73-2C03AA261C71}"/>
              </a:ext>
            </a:extLst>
          </p:cNvPr>
          <p:cNvSpPr txBox="1"/>
          <p:nvPr/>
        </p:nvSpPr>
        <p:spPr>
          <a:xfrm>
            <a:off x="1740674" y="2888369"/>
            <a:ext cx="1868647" cy="8583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ts val="1679"/>
              </a:lnSpc>
              <a:defRPr b="1">
                <a:solidFill>
                  <a:schemeClr val="bg1"/>
                </a:solidFill>
                <a:latin typeface="Arial Bold"/>
                <a:ea typeface="Arial Bold"/>
                <a:cs typeface="Arial Bold"/>
              </a:defRPr>
            </a:lvl1pPr>
          </a:lstStyle>
          <a:p>
            <a:r>
              <a:rPr lang="es-MX"/>
              <a:t>Desalineación entre la NTS 050 y la Estructura de Procesos de EsSalud</a:t>
            </a:r>
            <a:endParaRPr lang="en-US" dirty="0">
              <a:sym typeface="Arial Bold"/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F734CEED-3477-49A6-A461-C3801219C284}"/>
              </a:ext>
            </a:extLst>
          </p:cNvPr>
          <p:cNvSpPr txBox="1"/>
          <p:nvPr/>
        </p:nvSpPr>
        <p:spPr>
          <a:xfrm>
            <a:off x="7858257" y="2050175"/>
            <a:ext cx="1868647" cy="64036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Complejidad para Sustentar criterios en Anexo 2</a:t>
            </a:r>
            <a:endParaRPr lang="en-US" b="1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9" name="TextBox 13">
            <a:extLst>
              <a:ext uri="{FF2B5EF4-FFF2-40B4-BE49-F238E27FC236}">
                <a16:creationId xmlns:a16="http://schemas.microsoft.com/office/drawing/2014/main" id="{48470266-124F-4F20-94F4-9997EB683E02}"/>
              </a:ext>
            </a:extLst>
          </p:cNvPr>
          <p:cNvSpPr txBox="1"/>
          <p:nvPr/>
        </p:nvSpPr>
        <p:spPr>
          <a:xfrm>
            <a:off x="7867883" y="2796500"/>
            <a:ext cx="1868647" cy="4223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Desactualzaciones en sist. “Acredita”</a:t>
            </a:r>
            <a:endParaRPr lang="en-US" b="1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5720A91F-5196-4385-99DC-FD664FDC05E3}"/>
              </a:ext>
            </a:extLst>
          </p:cNvPr>
          <p:cNvSpPr txBox="1"/>
          <p:nvPr/>
        </p:nvSpPr>
        <p:spPr>
          <a:xfrm>
            <a:off x="7672423" y="4709094"/>
            <a:ext cx="2578876" cy="64036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Estandarizar validación de documentos  para sustento criterios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52" name="TextBox 13">
            <a:extLst>
              <a:ext uri="{FF2B5EF4-FFF2-40B4-BE49-F238E27FC236}">
                <a16:creationId xmlns:a16="http://schemas.microsoft.com/office/drawing/2014/main" id="{148CDB3C-ED1A-4ED6-B119-8CFBED6A4D72}"/>
              </a:ext>
            </a:extLst>
          </p:cNvPr>
          <p:cNvSpPr txBox="1"/>
          <p:nvPr/>
        </p:nvSpPr>
        <p:spPr>
          <a:xfrm>
            <a:off x="7671407" y="5491390"/>
            <a:ext cx="2555051" cy="64036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Automatizar la generación reportes sustentatorios del proceso (Acredita y Anexo 2 )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7B4A2A8-6BA0-4289-963B-081456A18338}"/>
              </a:ext>
            </a:extLst>
          </p:cNvPr>
          <p:cNvSpPr txBox="1"/>
          <p:nvPr/>
        </p:nvSpPr>
        <p:spPr>
          <a:xfrm>
            <a:off x="4768552" y="2894659"/>
            <a:ext cx="2310089" cy="941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</a:pPr>
            <a:r>
              <a:rPr lang="en-US" sz="1100">
                <a:solidFill>
                  <a:schemeClr val="tx1"/>
                </a:solidFill>
                <a:latin typeface="Arial Bold"/>
                <a:ea typeface="Arial Bold"/>
                <a:cs typeface="Arial Bold"/>
                <a:sym typeface="Arial Bold"/>
              </a:rPr>
              <a:t>(Resoluciones de conf. de equipos, Plan de autoevaluación, Comunicación autoevaluación , Actas de Apertura y cierre)</a:t>
            </a:r>
          </a:p>
        </p:txBody>
      </p:sp>
      <p:sp>
        <p:nvSpPr>
          <p:cNvPr id="40" name="TextBox 13">
            <a:extLst>
              <a:ext uri="{FF2B5EF4-FFF2-40B4-BE49-F238E27FC236}">
                <a16:creationId xmlns:a16="http://schemas.microsoft.com/office/drawing/2014/main" id="{722C5F9D-8124-4494-826D-5D4EF1EE996E}"/>
              </a:ext>
            </a:extLst>
          </p:cNvPr>
          <p:cNvSpPr txBox="1"/>
          <p:nvPr/>
        </p:nvSpPr>
        <p:spPr>
          <a:xfrm>
            <a:off x="4629737" y="4709094"/>
            <a:ext cx="2469733" cy="64036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Automatizar la Generación de documentos con plantillas y carga masiva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B8D4BDC6-E947-4332-AEBC-24ADEF0F5AA5}"/>
              </a:ext>
            </a:extLst>
          </p:cNvPr>
          <p:cNvSpPr txBox="1"/>
          <p:nvPr/>
        </p:nvSpPr>
        <p:spPr>
          <a:xfrm>
            <a:off x="1663547" y="4724146"/>
            <a:ext cx="2123039" cy="107638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Promover el cumplimiento de Procesos Institucionales</a:t>
            </a:r>
          </a:p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Arial Bold"/>
                <a:sym typeface="Arial Bold"/>
              </a:rPr>
              <a:t>(Centralización de la documentacion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old"/>
                <a:sym typeface="Arial Bold"/>
              </a:rPr>
              <a:t>)</a:t>
            </a:r>
            <a:endParaRPr lang="es-PE" b="1">
              <a:solidFill>
                <a:schemeClr val="tx1">
                  <a:lumMod val="85000"/>
                  <a:lumOff val="15000"/>
                </a:schemeClr>
              </a:solidFill>
              <a:latin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30875572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B114DC9-47BA-4ED4-915E-76AABE125659}"/>
              </a:ext>
            </a:extLst>
          </p:cNvPr>
          <p:cNvGrpSpPr/>
          <p:nvPr/>
        </p:nvGrpSpPr>
        <p:grpSpPr>
          <a:xfrm>
            <a:off x="5629879" y="830632"/>
            <a:ext cx="669752" cy="579745"/>
            <a:chOff x="4755488" y="893463"/>
            <a:chExt cx="669752" cy="579745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DC92492-AD64-4D88-A971-44E82F31704F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5A6683AD-7C48-42AB-8B9C-1A75F31A4C40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D008826-D635-4D83-BC10-010C5E3DBEA5}"/>
              </a:ext>
            </a:extLst>
          </p:cNvPr>
          <p:cNvSpPr/>
          <p:nvPr/>
        </p:nvSpPr>
        <p:spPr>
          <a:xfrm>
            <a:off x="5279979" y="1749678"/>
            <a:ext cx="1496810" cy="4225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763A6F00-C7FA-49EB-8902-D1F9F44B78B5}"/>
              </a:ext>
            </a:extLst>
          </p:cNvPr>
          <p:cNvSpPr txBox="1"/>
          <p:nvPr/>
        </p:nvSpPr>
        <p:spPr>
          <a:xfrm>
            <a:off x="5370021" y="3395381"/>
            <a:ext cx="1316723" cy="640368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Carga documentaria por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99970E5-11CE-4B5C-9602-4B6C78FAABF5}"/>
              </a:ext>
            </a:extLst>
          </p:cNvPr>
          <p:cNvSpPr/>
          <p:nvPr/>
        </p:nvSpPr>
        <p:spPr>
          <a:xfrm>
            <a:off x="1202013" y="1749677"/>
            <a:ext cx="3945646" cy="424275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2049A-30C8-42DF-A0A7-2F74E351433E}"/>
              </a:ext>
            </a:extLst>
          </p:cNvPr>
          <p:cNvSpPr/>
          <p:nvPr/>
        </p:nvSpPr>
        <p:spPr>
          <a:xfrm>
            <a:off x="6939191" y="1749678"/>
            <a:ext cx="3945646" cy="4242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51C73956-3106-4C9C-AA98-9F17B4620AE7}"/>
              </a:ext>
            </a:extLst>
          </p:cNvPr>
          <p:cNvSpPr txBox="1"/>
          <p:nvPr/>
        </p:nvSpPr>
        <p:spPr>
          <a:xfrm>
            <a:off x="7216832" y="1442497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AUTOEV.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3057B5DA-6287-4352-B58A-0DC551B69A70}"/>
              </a:ext>
            </a:extLst>
          </p:cNvPr>
          <p:cNvSpPr txBox="1"/>
          <p:nvPr/>
        </p:nvSpPr>
        <p:spPr>
          <a:xfrm>
            <a:off x="9127156" y="1432022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RED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2" name="TextBox 13">
            <a:extLst>
              <a:ext uri="{FF2B5EF4-FFF2-40B4-BE49-F238E27FC236}">
                <a16:creationId xmlns:a16="http://schemas.microsoft.com/office/drawing/2014/main" id="{50A127CD-4AFD-40CB-A7F7-AF0292DC0011}"/>
              </a:ext>
            </a:extLst>
          </p:cNvPr>
          <p:cNvSpPr txBox="1"/>
          <p:nvPr/>
        </p:nvSpPr>
        <p:spPr>
          <a:xfrm>
            <a:off x="9037972" y="409912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 de avance en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7" name="TextBox 13">
            <a:extLst>
              <a:ext uri="{FF2B5EF4-FFF2-40B4-BE49-F238E27FC236}">
                <a16:creationId xmlns:a16="http://schemas.microsoft.com/office/drawing/2014/main" id="{AA559AF0-5FEB-40A6-83CD-8C9456F221B9}"/>
              </a:ext>
            </a:extLst>
          </p:cNvPr>
          <p:cNvSpPr txBox="1"/>
          <p:nvPr/>
        </p:nvSpPr>
        <p:spPr>
          <a:xfrm>
            <a:off x="7095156" y="2992582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Guía en linea de sustentación de criterios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8" name="TextBox 13">
            <a:extLst>
              <a:ext uri="{FF2B5EF4-FFF2-40B4-BE49-F238E27FC236}">
                <a16:creationId xmlns:a16="http://schemas.microsoft.com/office/drawing/2014/main" id="{709A89C7-CB56-472A-A950-676E6557B41B}"/>
              </a:ext>
            </a:extLst>
          </p:cNvPr>
          <p:cNvSpPr txBox="1"/>
          <p:nvPr/>
        </p:nvSpPr>
        <p:spPr>
          <a:xfrm>
            <a:off x="7081188" y="5115694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rápido de baja puntuación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9" name="TextBox 13">
            <a:extLst>
              <a:ext uri="{FF2B5EF4-FFF2-40B4-BE49-F238E27FC236}">
                <a16:creationId xmlns:a16="http://schemas.microsoft.com/office/drawing/2014/main" id="{8FF9BE29-EF02-40B8-B3B5-05F56CE49494}"/>
              </a:ext>
            </a:extLst>
          </p:cNvPr>
          <p:cNvSpPr txBox="1"/>
          <p:nvPr/>
        </p:nvSpPr>
        <p:spPr>
          <a:xfrm>
            <a:off x="9051939" y="2066438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múltiple en documentos nivel I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0" name="TextBox 13">
            <a:extLst>
              <a:ext uri="{FF2B5EF4-FFF2-40B4-BE49-F238E27FC236}">
                <a16:creationId xmlns:a16="http://schemas.microsoft.com/office/drawing/2014/main" id="{04B45D3E-7A75-418D-93F0-638924099610}"/>
              </a:ext>
            </a:extLst>
          </p:cNvPr>
          <p:cNvSpPr txBox="1"/>
          <p:nvPr/>
        </p:nvSpPr>
        <p:spPr>
          <a:xfrm>
            <a:off x="9037972" y="511569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rendimiento por Ipress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1" name="TextBox 13">
            <a:extLst>
              <a:ext uri="{FF2B5EF4-FFF2-40B4-BE49-F238E27FC236}">
                <a16:creationId xmlns:a16="http://schemas.microsoft.com/office/drawing/2014/main" id="{D3BA61AB-F753-4B03-9184-ED1D8AC12BA1}"/>
              </a:ext>
            </a:extLst>
          </p:cNvPr>
          <p:cNvSpPr txBox="1"/>
          <p:nvPr/>
        </p:nvSpPr>
        <p:spPr>
          <a:xfrm>
            <a:off x="9051939" y="307739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Alertas de seguimiento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68515A3-FEED-41E9-8EF7-F623B50A257E}"/>
              </a:ext>
            </a:extLst>
          </p:cNvPr>
          <p:cNvGrpSpPr/>
          <p:nvPr/>
        </p:nvGrpSpPr>
        <p:grpSpPr>
          <a:xfrm>
            <a:off x="7048310" y="2889751"/>
            <a:ext cx="3632781" cy="2040875"/>
            <a:chOff x="817781" y="3362036"/>
            <a:chExt cx="10755383" cy="2040875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D299F5F2-BB05-42EC-A45F-9D1A038264E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58B3BA6-9A67-45FA-9398-BC20316B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57DFFA29-C1F7-434C-8ACC-5F58AEFAE264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Rectángulo: esquinas redondeadas 341">
            <a:extLst>
              <a:ext uri="{FF2B5EF4-FFF2-40B4-BE49-F238E27FC236}">
                <a16:creationId xmlns:a16="http://schemas.microsoft.com/office/drawing/2014/main" id="{6B253643-43D6-433D-9205-DABC5F3006E7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FUNCIONALIDADES SEGÚN ROL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9BA85029-0195-4871-A9CB-B8920C7EF3A7}"/>
              </a:ext>
            </a:extLst>
          </p:cNvPr>
          <p:cNvCxnSpPr>
            <a:cxnSpLocks/>
          </p:cNvCxnSpPr>
          <p:nvPr/>
        </p:nvCxnSpPr>
        <p:spPr>
          <a:xfrm>
            <a:off x="7106503" y="1943529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601B70-E2AF-4F86-9260-E9DFD67A45C4}"/>
              </a:ext>
            </a:extLst>
          </p:cNvPr>
          <p:cNvGrpSpPr/>
          <p:nvPr/>
        </p:nvGrpSpPr>
        <p:grpSpPr>
          <a:xfrm>
            <a:off x="7508415" y="847901"/>
            <a:ext cx="669752" cy="579745"/>
            <a:chOff x="1047750" y="2287318"/>
            <a:chExt cx="669752" cy="579745"/>
          </a:xfrm>
        </p:grpSpPr>
        <p:sp>
          <p:nvSpPr>
            <p:cNvPr id="353" name="Freeform 9">
              <a:extLst>
                <a:ext uri="{FF2B5EF4-FFF2-40B4-BE49-F238E27FC236}">
                  <a16:creationId xmlns:a16="http://schemas.microsoft.com/office/drawing/2014/main" id="{531E2E0A-DCD2-42F1-B64F-77ED8056B707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97569DB-D810-4B3F-A86E-42BF22F63DF3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6B1FF07-4A14-4B63-9582-F7ECFEC5C57C}"/>
              </a:ext>
            </a:extLst>
          </p:cNvPr>
          <p:cNvGrpSpPr/>
          <p:nvPr/>
        </p:nvGrpSpPr>
        <p:grpSpPr>
          <a:xfrm>
            <a:off x="9369906" y="862160"/>
            <a:ext cx="672274" cy="569342"/>
            <a:chOff x="968717" y="2728528"/>
            <a:chExt cx="672274" cy="569342"/>
          </a:xfrm>
        </p:grpSpPr>
        <p:sp>
          <p:nvSpPr>
            <p:cNvPr id="351" name="Freeform 27">
              <a:extLst>
                <a:ext uri="{FF2B5EF4-FFF2-40B4-BE49-F238E27FC236}">
                  <a16:creationId xmlns:a16="http://schemas.microsoft.com/office/drawing/2014/main" id="{55D7DA97-B5DE-4B3A-9E6B-7BEB373AAE4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2"/>
              <a:stretch>
                <a:fillRect l="-7920" t="-19093" r="-196126" b="-143366"/>
              </a:stretch>
            </a:blipFill>
          </p:spPr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2E62FBC0-B6BE-42ED-91D2-6B25531E4FE4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1" name="Rectángulo 360">
            <a:extLst>
              <a:ext uri="{FF2B5EF4-FFF2-40B4-BE49-F238E27FC236}">
                <a16:creationId xmlns:a16="http://schemas.microsoft.com/office/drawing/2014/main" id="{3DB9DEAE-EB83-4D49-94C2-AE99C0341418}"/>
              </a:ext>
            </a:extLst>
          </p:cNvPr>
          <p:cNvSpPr/>
          <p:nvPr/>
        </p:nvSpPr>
        <p:spPr>
          <a:xfrm flipH="1">
            <a:off x="1202013" y="6042631"/>
            <a:ext cx="9682824" cy="6769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                </a:t>
            </a:r>
            <a:endParaRPr lang="es-PE"/>
          </a:p>
        </p:txBody>
      </p:sp>
      <p:sp>
        <p:nvSpPr>
          <p:cNvPr id="362" name="TextBox 13">
            <a:extLst>
              <a:ext uri="{FF2B5EF4-FFF2-40B4-BE49-F238E27FC236}">
                <a16:creationId xmlns:a16="http://schemas.microsoft.com/office/drawing/2014/main" id="{77A7C5C9-A603-476A-8DEF-D9D384922414}"/>
              </a:ext>
            </a:extLst>
          </p:cNvPr>
          <p:cNvSpPr txBox="1"/>
          <p:nvPr/>
        </p:nvSpPr>
        <p:spPr>
          <a:xfrm>
            <a:off x="74843" y="6515195"/>
            <a:ext cx="2055384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ADMIN SIST.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511C727-0FD9-42A8-952F-19EED611416E}"/>
              </a:ext>
            </a:extLst>
          </p:cNvPr>
          <p:cNvGrpSpPr/>
          <p:nvPr/>
        </p:nvGrpSpPr>
        <p:grpSpPr>
          <a:xfrm>
            <a:off x="263047" y="5872338"/>
            <a:ext cx="677617" cy="575338"/>
            <a:chOff x="9742173" y="1021676"/>
            <a:chExt cx="677617" cy="575338"/>
          </a:xfrm>
        </p:grpSpPr>
        <p:sp>
          <p:nvSpPr>
            <p:cNvPr id="366" name="Freeform 8">
              <a:extLst>
                <a:ext uri="{FF2B5EF4-FFF2-40B4-BE49-F238E27FC236}">
                  <a16:creationId xmlns:a16="http://schemas.microsoft.com/office/drawing/2014/main" id="{8230747A-ED49-4EA2-BB3E-FE058AF16550}"/>
                </a:ext>
              </a:extLst>
            </p:cNvPr>
            <p:cNvSpPr/>
            <p:nvPr/>
          </p:nvSpPr>
          <p:spPr>
            <a:xfrm>
              <a:off x="9742173" y="1021676"/>
              <a:ext cx="677617" cy="575338"/>
            </a:xfrm>
            <a:custGeom>
              <a:avLst/>
              <a:gdLst>
                <a:gd name="connsiteX0" fmla="*/ 0 w 1989836"/>
                <a:gd name="connsiteY0" fmla="*/ 144333 h 2197642"/>
                <a:gd name="connsiteX1" fmla="*/ 1989836 w 1989836"/>
                <a:gd name="connsiteY1" fmla="*/ 0 h 2197642"/>
                <a:gd name="connsiteX2" fmla="*/ 1989836 w 1989836"/>
                <a:gd name="connsiteY2" fmla="*/ 2197642 h 2197642"/>
                <a:gd name="connsiteX3" fmla="*/ 92783 w 1989836"/>
                <a:gd name="connsiteY3" fmla="*/ 2197642 h 2197642"/>
                <a:gd name="connsiteX4" fmla="*/ 0 w 1989836"/>
                <a:gd name="connsiteY4" fmla="*/ 144333 h 2197642"/>
                <a:gd name="connsiteX0" fmla="*/ 0 w 1989836"/>
                <a:gd name="connsiteY0" fmla="*/ 285259 h 2338568"/>
                <a:gd name="connsiteX1" fmla="*/ 1989836 w 1989836"/>
                <a:gd name="connsiteY1" fmla="*/ 140926 h 2338568"/>
                <a:gd name="connsiteX2" fmla="*/ 1989836 w 1989836"/>
                <a:gd name="connsiteY2" fmla="*/ 2338568 h 2338568"/>
                <a:gd name="connsiteX3" fmla="*/ 92783 w 1989836"/>
                <a:gd name="connsiteY3" fmla="*/ 2338568 h 2338568"/>
                <a:gd name="connsiteX4" fmla="*/ 0 w 1989836"/>
                <a:gd name="connsiteY4" fmla="*/ 285259 h 2338568"/>
                <a:gd name="connsiteX0" fmla="*/ 400502 w 2390338"/>
                <a:gd name="connsiteY0" fmla="*/ 285259 h 2338568"/>
                <a:gd name="connsiteX1" fmla="*/ 2390338 w 2390338"/>
                <a:gd name="connsiteY1" fmla="*/ 140926 h 2338568"/>
                <a:gd name="connsiteX2" fmla="*/ 2390338 w 2390338"/>
                <a:gd name="connsiteY2" fmla="*/ 2338568 h 2338568"/>
                <a:gd name="connsiteX3" fmla="*/ 493285 w 2390338"/>
                <a:gd name="connsiteY3" fmla="*/ 2338568 h 2338568"/>
                <a:gd name="connsiteX4" fmla="*/ 400502 w 2390338"/>
                <a:gd name="connsiteY4" fmla="*/ 285259 h 2338568"/>
                <a:gd name="connsiteX0" fmla="*/ 336224 w 2326060"/>
                <a:gd name="connsiteY0" fmla="*/ 285259 h 2338568"/>
                <a:gd name="connsiteX1" fmla="*/ 2326060 w 2326060"/>
                <a:gd name="connsiteY1" fmla="*/ 140926 h 2338568"/>
                <a:gd name="connsiteX2" fmla="*/ 2326060 w 2326060"/>
                <a:gd name="connsiteY2" fmla="*/ 2338568 h 2338568"/>
                <a:gd name="connsiteX3" fmla="*/ 748598 w 2326060"/>
                <a:gd name="connsiteY3" fmla="*/ 2338568 h 2338568"/>
                <a:gd name="connsiteX4" fmla="*/ 336224 w 2326060"/>
                <a:gd name="connsiteY4" fmla="*/ 285259 h 2338568"/>
                <a:gd name="connsiteX0" fmla="*/ 409421 w 2399257"/>
                <a:gd name="connsiteY0" fmla="*/ 285259 h 2338568"/>
                <a:gd name="connsiteX1" fmla="*/ 2399257 w 2399257"/>
                <a:gd name="connsiteY1" fmla="*/ 140926 h 2338568"/>
                <a:gd name="connsiteX2" fmla="*/ 2399257 w 2399257"/>
                <a:gd name="connsiteY2" fmla="*/ 2338568 h 2338568"/>
                <a:gd name="connsiteX3" fmla="*/ 821795 w 2399257"/>
                <a:gd name="connsiteY3" fmla="*/ 2338568 h 2338568"/>
                <a:gd name="connsiteX4" fmla="*/ 409421 w 2399257"/>
                <a:gd name="connsiteY4" fmla="*/ 285259 h 2338568"/>
                <a:gd name="connsiteX0" fmla="*/ 409421 w 2399257"/>
                <a:gd name="connsiteY0" fmla="*/ 285259 h 2407297"/>
                <a:gd name="connsiteX1" fmla="*/ 2399257 w 2399257"/>
                <a:gd name="connsiteY1" fmla="*/ 140926 h 2407297"/>
                <a:gd name="connsiteX2" fmla="*/ 2399257 w 2399257"/>
                <a:gd name="connsiteY2" fmla="*/ 2338568 h 2407297"/>
                <a:gd name="connsiteX3" fmla="*/ 821795 w 2399257"/>
                <a:gd name="connsiteY3" fmla="*/ 2338568 h 2407297"/>
                <a:gd name="connsiteX4" fmla="*/ 409421 w 2399257"/>
                <a:gd name="connsiteY4" fmla="*/ 285259 h 2407297"/>
                <a:gd name="connsiteX0" fmla="*/ 409421 w 2543586"/>
                <a:gd name="connsiteY0" fmla="*/ 285259 h 2369566"/>
                <a:gd name="connsiteX1" fmla="*/ 2399257 w 2543586"/>
                <a:gd name="connsiteY1" fmla="*/ 140926 h 2369566"/>
                <a:gd name="connsiteX2" fmla="*/ 2543586 w 2543586"/>
                <a:gd name="connsiteY2" fmla="*/ 2018977 h 2369566"/>
                <a:gd name="connsiteX3" fmla="*/ 821795 w 2543586"/>
                <a:gd name="connsiteY3" fmla="*/ 2338568 h 2369566"/>
                <a:gd name="connsiteX4" fmla="*/ 409421 w 2543586"/>
                <a:gd name="connsiteY4" fmla="*/ 285259 h 2369566"/>
                <a:gd name="connsiteX0" fmla="*/ 409421 w 2543586"/>
                <a:gd name="connsiteY0" fmla="*/ 285259 h 2420674"/>
                <a:gd name="connsiteX1" fmla="*/ 2399257 w 2543586"/>
                <a:gd name="connsiteY1" fmla="*/ 140926 h 2420674"/>
                <a:gd name="connsiteX2" fmla="*/ 2543586 w 2543586"/>
                <a:gd name="connsiteY2" fmla="*/ 2018977 h 2420674"/>
                <a:gd name="connsiteX3" fmla="*/ 821795 w 2543586"/>
                <a:gd name="connsiteY3" fmla="*/ 2338568 h 2420674"/>
                <a:gd name="connsiteX4" fmla="*/ 409421 w 2543586"/>
                <a:gd name="connsiteY4" fmla="*/ 285259 h 2420674"/>
                <a:gd name="connsiteX0" fmla="*/ 409421 w 2877749"/>
                <a:gd name="connsiteY0" fmla="*/ 285259 h 2420674"/>
                <a:gd name="connsiteX1" fmla="*/ 2399257 w 2877749"/>
                <a:gd name="connsiteY1" fmla="*/ 140926 h 2420674"/>
                <a:gd name="connsiteX2" fmla="*/ 2543586 w 2877749"/>
                <a:gd name="connsiteY2" fmla="*/ 2018977 h 2420674"/>
                <a:gd name="connsiteX3" fmla="*/ 821795 w 2877749"/>
                <a:gd name="connsiteY3" fmla="*/ 2338568 h 2420674"/>
                <a:gd name="connsiteX4" fmla="*/ 409421 w 2877749"/>
                <a:gd name="connsiteY4" fmla="*/ 285259 h 2420674"/>
                <a:gd name="connsiteX0" fmla="*/ 409421 w 2887243"/>
                <a:gd name="connsiteY0" fmla="*/ 252395 h 2387810"/>
                <a:gd name="connsiteX1" fmla="*/ 2440494 w 2887243"/>
                <a:gd name="connsiteY1" fmla="*/ 221466 h 2387810"/>
                <a:gd name="connsiteX2" fmla="*/ 2543586 w 2887243"/>
                <a:gd name="connsiteY2" fmla="*/ 1986113 h 2387810"/>
                <a:gd name="connsiteX3" fmla="*/ 821795 w 2887243"/>
                <a:gd name="connsiteY3" fmla="*/ 2305704 h 2387810"/>
                <a:gd name="connsiteX4" fmla="*/ 409421 w 2887243"/>
                <a:gd name="connsiteY4" fmla="*/ 252395 h 2387810"/>
                <a:gd name="connsiteX0" fmla="*/ 409421 w 2933663"/>
                <a:gd name="connsiteY0" fmla="*/ 252395 h 2387810"/>
                <a:gd name="connsiteX1" fmla="*/ 2440494 w 2933663"/>
                <a:gd name="connsiteY1" fmla="*/ 221466 h 2387810"/>
                <a:gd name="connsiteX2" fmla="*/ 2543586 w 2933663"/>
                <a:gd name="connsiteY2" fmla="*/ 1986113 h 2387810"/>
                <a:gd name="connsiteX3" fmla="*/ 821795 w 2933663"/>
                <a:gd name="connsiteY3" fmla="*/ 2305704 h 2387810"/>
                <a:gd name="connsiteX4" fmla="*/ 409421 w 2933663"/>
                <a:gd name="connsiteY4" fmla="*/ 252395 h 2387810"/>
                <a:gd name="connsiteX0" fmla="*/ 409421 w 2933663"/>
                <a:gd name="connsiteY0" fmla="*/ 355443 h 2490858"/>
                <a:gd name="connsiteX1" fmla="*/ 2440494 w 2933663"/>
                <a:gd name="connsiteY1" fmla="*/ 324514 h 2490858"/>
                <a:gd name="connsiteX2" fmla="*/ 2543586 w 2933663"/>
                <a:gd name="connsiteY2" fmla="*/ 2089161 h 2490858"/>
                <a:gd name="connsiteX3" fmla="*/ 821795 w 2933663"/>
                <a:gd name="connsiteY3" fmla="*/ 2408752 h 2490858"/>
                <a:gd name="connsiteX4" fmla="*/ 409421 w 2933663"/>
                <a:gd name="connsiteY4" fmla="*/ 355443 h 249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3663" h="2490858">
                  <a:moveTo>
                    <a:pt x="409421" y="355443"/>
                  </a:moveTo>
                  <a:cubicBezTo>
                    <a:pt x="1196412" y="-218443"/>
                    <a:pt x="1725666" y="1489"/>
                    <a:pt x="2440494" y="324514"/>
                  </a:cubicBezTo>
                  <a:cubicBezTo>
                    <a:pt x="2694789" y="589705"/>
                    <a:pt x="3351150" y="1215721"/>
                    <a:pt x="2543586" y="2089161"/>
                  </a:cubicBezTo>
                  <a:cubicBezTo>
                    <a:pt x="2007457" y="2522151"/>
                    <a:pt x="1595040" y="2563393"/>
                    <a:pt x="821795" y="2408752"/>
                  </a:cubicBezTo>
                  <a:cubicBezTo>
                    <a:pt x="378492" y="2074835"/>
                    <a:pt x="-528726" y="1503798"/>
                    <a:pt x="409421" y="355443"/>
                  </a:cubicBezTo>
                  <a:close/>
                </a:path>
              </a:pathLst>
            </a:custGeom>
            <a:blipFill>
              <a:blip r:embed="rId2"/>
              <a:stretch>
                <a:fillRect l="-192075" t="-15044" r="-11971" b="-147416"/>
              </a:stretch>
            </a:blipFill>
          </p:spPr>
        </p:sp>
        <p:sp>
          <p:nvSpPr>
            <p:cNvPr id="365" name="Elipse 364">
              <a:extLst>
                <a:ext uri="{FF2B5EF4-FFF2-40B4-BE49-F238E27FC236}">
                  <a16:creationId xmlns:a16="http://schemas.microsoft.com/office/drawing/2014/main" id="{06141503-6256-4BEC-AFC8-BCC127BBAE2B}"/>
                </a:ext>
              </a:extLst>
            </p:cNvPr>
            <p:cNvSpPr/>
            <p:nvPr/>
          </p:nvSpPr>
          <p:spPr>
            <a:xfrm>
              <a:off x="9742386" y="1028400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7" name="TextBox 13">
            <a:extLst>
              <a:ext uri="{FF2B5EF4-FFF2-40B4-BE49-F238E27FC236}">
                <a16:creationId xmlns:a16="http://schemas.microsoft.com/office/drawing/2014/main" id="{7931D729-C08A-41A5-8C21-6B989C8BCA9D}"/>
              </a:ext>
            </a:extLst>
          </p:cNvPr>
          <p:cNvSpPr txBox="1"/>
          <p:nvPr/>
        </p:nvSpPr>
        <p:spPr>
          <a:xfrm>
            <a:off x="3525905" y="6275845"/>
            <a:ext cx="2453458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Admin. de usuarios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8" name="TextBox 13">
            <a:extLst>
              <a:ext uri="{FF2B5EF4-FFF2-40B4-BE49-F238E27FC236}">
                <a16:creationId xmlns:a16="http://schemas.microsoft.com/office/drawing/2014/main" id="{7EDBE96F-20C0-4525-A29D-D34F558AAAD3}"/>
              </a:ext>
            </a:extLst>
          </p:cNvPr>
          <p:cNvSpPr txBox="1"/>
          <p:nvPr/>
        </p:nvSpPr>
        <p:spPr>
          <a:xfrm>
            <a:off x="6195065" y="6272094"/>
            <a:ext cx="2055384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Adm. de parámetros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3" name="TextBox 13">
            <a:extLst>
              <a:ext uri="{FF2B5EF4-FFF2-40B4-BE49-F238E27FC236}">
                <a16:creationId xmlns:a16="http://schemas.microsoft.com/office/drawing/2014/main" id="{7B6E0082-67D4-4397-8655-EE29C35A9C05}"/>
              </a:ext>
            </a:extLst>
          </p:cNvPr>
          <p:cNvSpPr txBox="1"/>
          <p:nvPr/>
        </p:nvSpPr>
        <p:spPr>
          <a:xfrm>
            <a:off x="1081912" y="1459952"/>
            <a:ext cx="2460397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GERENCIA/ DIR.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6F9D5E10-22F2-46CA-BBCC-577828F3DB4F}"/>
              </a:ext>
            </a:extLst>
          </p:cNvPr>
          <p:cNvSpPr txBox="1"/>
          <p:nvPr/>
        </p:nvSpPr>
        <p:spPr>
          <a:xfrm>
            <a:off x="1371155" y="4109565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 cumplimiento de meta GAMCC 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D768F732-9C63-4EC9-86E2-316B84AE3F4F}"/>
              </a:ext>
            </a:extLst>
          </p:cNvPr>
          <p:cNvSpPr txBox="1"/>
          <p:nvPr/>
        </p:nvSpPr>
        <p:spPr>
          <a:xfrm>
            <a:off x="1371155" y="5130740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Ajustar recursos según demanda evaluada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60CA4369-5363-4A7E-ABA1-F68CFBD3900D}"/>
              </a:ext>
            </a:extLst>
          </p:cNvPr>
          <p:cNvSpPr txBox="1"/>
          <p:nvPr/>
        </p:nvSpPr>
        <p:spPr>
          <a:xfrm>
            <a:off x="1371155" y="309586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Trazabilidad del proceso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9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2ED03036-CD35-435A-A411-3F7D94E6A04E}"/>
              </a:ext>
            </a:extLst>
          </p:cNvPr>
          <p:cNvSpPr txBox="1"/>
          <p:nvPr/>
        </p:nvSpPr>
        <p:spPr>
          <a:xfrm>
            <a:off x="1371153" y="2063826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Seguimiento del avance a nivel nacional</a:t>
            </a:r>
            <a:endParaRPr lang="en-US" b="1" u="sng" dirty="0">
              <a:solidFill>
                <a:schemeClr val="accent1">
                  <a:lumMod val="50000"/>
                  <a:lumOff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EF8045-553F-4ED4-9700-7F6DE7FBFCE4}"/>
              </a:ext>
            </a:extLst>
          </p:cNvPr>
          <p:cNvGrpSpPr/>
          <p:nvPr/>
        </p:nvGrpSpPr>
        <p:grpSpPr>
          <a:xfrm>
            <a:off x="1795351" y="854320"/>
            <a:ext cx="669752" cy="570120"/>
            <a:chOff x="943863" y="3108784"/>
            <a:chExt cx="669752" cy="570120"/>
          </a:xfrm>
        </p:grpSpPr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1A1F351E-9F09-4AA7-80FF-21D4097BB515}"/>
                </a:ext>
              </a:extLst>
            </p:cNvPr>
            <p:cNvSpPr/>
            <p:nvPr/>
          </p:nvSpPr>
          <p:spPr>
            <a:xfrm>
              <a:off x="947623" y="3108784"/>
              <a:ext cx="664316" cy="569648"/>
            </a:xfrm>
            <a:custGeom>
              <a:avLst/>
              <a:gdLst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2028697"/>
                <a:gd name="connsiteY0" fmla="*/ 0 h 2197642"/>
                <a:gd name="connsiteX1" fmla="*/ 1918188 w 2028697"/>
                <a:gd name="connsiteY1" fmla="*/ 507248 h 2197642"/>
                <a:gd name="connsiteX2" fmla="*/ 1897053 w 2028697"/>
                <a:gd name="connsiteY2" fmla="*/ 2197642 h 2197642"/>
                <a:gd name="connsiteX3" fmla="*/ 0 w 2028697"/>
                <a:gd name="connsiteY3" fmla="*/ 2197642 h 2197642"/>
                <a:gd name="connsiteX4" fmla="*/ 0 w 2028697"/>
                <a:gd name="connsiteY4" fmla="*/ 0 h 2197642"/>
                <a:gd name="connsiteX0" fmla="*/ 0 w 1981450"/>
                <a:gd name="connsiteY0" fmla="*/ 0 h 2197642"/>
                <a:gd name="connsiteX1" fmla="*/ 1918188 w 1981450"/>
                <a:gd name="connsiteY1" fmla="*/ 507248 h 2197642"/>
                <a:gd name="connsiteX2" fmla="*/ 1558887 w 1981450"/>
                <a:gd name="connsiteY2" fmla="*/ 1817206 h 2197642"/>
                <a:gd name="connsiteX3" fmla="*/ 0 w 1981450"/>
                <a:gd name="connsiteY3" fmla="*/ 2197642 h 2197642"/>
                <a:gd name="connsiteX4" fmla="*/ 0 w 1981450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1855416"/>
                <a:gd name="connsiteX1" fmla="*/ 1918188 w 2051396"/>
                <a:gd name="connsiteY1" fmla="*/ 507248 h 1855416"/>
                <a:gd name="connsiteX2" fmla="*/ 1558887 w 2051396"/>
                <a:gd name="connsiteY2" fmla="*/ 1817206 h 1855416"/>
                <a:gd name="connsiteX3" fmla="*/ 105677 w 2051396"/>
                <a:gd name="connsiteY3" fmla="*/ 1658691 h 1855416"/>
                <a:gd name="connsiteX4" fmla="*/ 0 w 2051396"/>
                <a:gd name="connsiteY4" fmla="*/ 0 h 1855416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30261"/>
                <a:gd name="connsiteY0" fmla="*/ 191417 h 1697740"/>
                <a:gd name="connsiteX1" fmla="*/ 1897053 w 2030261"/>
                <a:gd name="connsiteY1" fmla="*/ 275958 h 1697740"/>
                <a:gd name="connsiteX2" fmla="*/ 1537752 w 2030261"/>
                <a:gd name="connsiteY2" fmla="*/ 1585916 h 1697740"/>
                <a:gd name="connsiteX3" fmla="*/ 84542 w 2030261"/>
                <a:gd name="connsiteY3" fmla="*/ 1427401 h 1697740"/>
                <a:gd name="connsiteX4" fmla="*/ 0 w 2030261"/>
                <a:gd name="connsiteY4" fmla="*/ 191417 h 1697740"/>
                <a:gd name="connsiteX0" fmla="*/ 0 w 2030261"/>
                <a:gd name="connsiteY0" fmla="*/ 389693 h 1896016"/>
                <a:gd name="connsiteX1" fmla="*/ 1897053 w 2030261"/>
                <a:gd name="connsiteY1" fmla="*/ 474234 h 1896016"/>
                <a:gd name="connsiteX2" fmla="*/ 1537752 w 2030261"/>
                <a:gd name="connsiteY2" fmla="*/ 1784192 h 1896016"/>
                <a:gd name="connsiteX3" fmla="*/ 84542 w 2030261"/>
                <a:gd name="connsiteY3" fmla="*/ 1625677 h 1896016"/>
                <a:gd name="connsiteX4" fmla="*/ 0 w 2030261"/>
                <a:gd name="connsiteY4" fmla="*/ 389693 h 1896016"/>
                <a:gd name="connsiteX0" fmla="*/ 165717 w 2195978"/>
                <a:gd name="connsiteY0" fmla="*/ 389693 h 1896016"/>
                <a:gd name="connsiteX1" fmla="*/ 2062770 w 2195978"/>
                <a:gd name="connsiteY1" fmla="*/ 474234 h 1896016"/>
                <a:gd name="connsiteX2" fmla="*/ 1703469 w 2195978"/>
                <a:gd name="connsiteY2" fmla="*/ 1784192 h 1896016"/>
                <a:gd name="connsiteX3" fmla="*/ 250259 w 2195978"/>
                <a:gd name="connsiteY3" fmla="*/ 1625677 h 1896016"/>
                <a:gd name="connsiteX4" fmla="*/ 165717 w 2195978"/>
                <a:gd name="connsiteY4" fmla="*/ 389693 h 1896016"/>
                <a:gd name="connsiteX0" fmla="*/ 180845 w 2211106"/>
                <a:gd name="connsiteY0" fmla="*/ 389693 h 1896016"/>
                <a:gd name="connsiteX1" fmla="*/ 2077898 w 2211106"/>
                <a:gd name="connsiteY1" fmla="*/ 474234 h 1896016"/>
                <a:gd name="connsiteX2" fmla="*/ 1718597 w 2211106"/>
                <a:gd name="connsiteY2" fmla="*/ 1784192 h 1896016"/>
                <a:gd name="connsiteX3" fmla="*/ 265387 w 2211106"/>
                <a:gd name="connsiteY3" fmla="*/ 1625677 h 1896016"/>
                <a:gd name="connsiteX4" fmla="*/ 180845 w 2211106"/>
                <a:gd name="connsiteY4" fmla="*/ 389693 h 189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1106" h="1896016">
                  <a:moveTo>
                    <a:pt x="180845" y="389693"/>
                  </a:moveTo>
                  <a:cubicBezTo>
                    <a:pt x="788537" y="-106988"/>
                    <a:pt x="1554747" y="-180961"/>
                    <a:pt x="2077898" y="474234"/>
                  </a:cubicBezTo>
                  <a:cubicBezTo>
                    <a:pt x="2335043" y="1143375"/>
                    <a:pt x="2222323" y="1315836"/>
                    <a:pt x="1718597" y="1784192"/>
                  </a:cubicBezTo>
                  <a:cubicBezTo>
                    <a:pt x="1072156" y="1953275"/>
                    <a:pt x="890692" y="1953275"/>
                    <a:pt x="265387" y="1625677"/>
                  </a:cubicBezTo>
                  <a:cubicBezTo>
                    <a:pt x="163232" y="1520143"/>
                    <a:pt x="-224247" y="1108151"/>
                    <a:pt x="180845" y="389693"/>
                  </a:cubicBezTo>
                  <a:close/>
                </a:path>
              </a:pathLst>
            </a:custGeom>
            <a:blipFill>
              <a:blip r:embed="rId2"/>
              <a:stretch>
                <a:fillRect l="-97708" t="-17477" r="-106338" b="-144983"/>
              </a:stretch>
            </a:blipFill>
          </p:spPr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0438A3C-1EB2-4B87-B3B9-9A547FEAA3F9}"/>
                </a:ext>
              </a:extLst>
            </p:cNvPr>
            <p:cNvSpPr/>
            <p:nvPr/>
          </p:nvSpPr>
          <p:spPr>
            <a:xfrm>
              <a:off x="943863" y="31134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4" name="TextBox 13">
            <a:extLst>
              <a:ext uri="{FF2B5EF4-FFF2-40B4-BE49-F238E27FC236}">
                <a16:creationId xmlns:a16="http://schemas.microsoft.com/office/drawing/2014/main" id="{EF2E5226-39BB-46BB-88B1-D467FB54A3F8}"/>
              </a:ext>
            </a:extLst>
          </p:cNvPr>
          <p:cNvSpPr txBox="1"/>
          <p:nvPr/>
        </p:nvSpPr>
        <p:spPr>
          <a:xfrm>
            <a:off x="3451867" y="4087291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Medición y análisis histórico 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2643A7FD-C5C0-43D6-A174-1074623D2A37}"/>
              </a:ext>
            </a:extLst>
          </p:cNvPr>
          <p:cNvSpPr txBox="1"/>
          <p:nvPr/>
        </p:nvSpPr>
        <p:spPr>
          <a:xfrm>
            <a:off x="3451867" y="2069237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Documentación centralizada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E4D74B9A-E64E-43B7-AB9F-DFEE9459DCA5}"/>
              </a:ext>
            </a:extLst>
          </p:cNvPr>
          <p:cNvSpPr txBox="1"/>
          <p:nvPr/>
        </p:nvSpPr>
        <p:spPr>
          <a:xfrm>
            <a:off x="3616358" y="1442496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GESTOR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96F34E21-A22A-4ACE-B24E-4B392AC92A2E}"/>
              </a:ext>
            </a:extLst>
          </p:cNvPr>
          <p:cNvSpPr txBox="1"/>
          <p:nvPr/>
        </p:nvSpPr>
        <p:spPr>
          <a:xfrm>
            <a:off x="3464631" y="3087393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sobre resultados del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9" name="TextBox 13">
            <a:extLst>
              <a:ext uri="{FF2B5EF4-FFF2-40B4-BE49-F238E27FC236}">
                <a16:creationId xmlns:a16="http://schemas.microsoft.com/office/drawing/2014/main" id="{A3D9BF61-473A-4E9E-B836-8AB89E11B834}"/>
              </a:ext>
            </a:extLst>
          </p:cNvPr>
          <p:cNvSpPr txBox="1"/>
          <p:nvPr/>
        </p:nvSpPr>
        <p:spPr>
          <a:xfrm>
            <a:off x="3464631" y="5130740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Refuerzo capacitaciones por resultados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BF7006C-AB5F-486F-8D4D-57F42A6AF8FD}"/>
              </a:ext>
            </a:extLst>
          </p:cNvPr>
          <p:cNvGrpSpPr/>
          <p:nvPr/>
        </p:nvGrpSpPr>
        <p:grpSpPr>
          <a:xfrm>
            <a:off x="3861631" y="855816"/>
            <a:ext cx="671965" cy="565486"/>
            <a:chOff x="806241" y="1666868"/>
            <a:chExt cx="671965" cy="565486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2C3614B6-A9A8-4965-9BF1-058132B34CB3}"/>
                </a:ext>
              </a:extLst>
            </p:cNvPr>
            <p:cNvSpPr/>
            <p:nvPr/>
          </p:nvSpPr>
          <p:spPr>
            <a:xfrm>
              <a:off x="814613" y="1666868"/>
              <a:ext cx="663593" cy="561871"/>
            </a:xfrm>
            <a:custGeom>
              <a:avLst/>
              <a:gdLst>
                <a:gd name="connsiteX0" fmla="*/ 0 w 2051352"/>
                <a:gd name="connsiteY0" fmla="*/ 0 h 2197642"/>
                <a:gd name="connsiteX1" fmla="*/ 2051352 w 2051352"/>
                <a:gd name="connsiteY1" fmla="*/ 335881 h 2197642"/>
                <a:gd name="connsiteX2" fmla="*/ 1897053 w 2051352"/>
                <a:gd name="connsiteY2" fmla="*/ 2197642 h 2197642"/>
                <a:gd name="connsiteX3" fmla="*/ 0 w 2051352"/>
                <a:gd name="connsiteY3" fmla="*/ 2197642 h 2197642"/>
                <a:gd name="connsiteX4" fmla="*/ 0 w 2051352"/>
                <a:gd name="connsiteY4" fmla="*/ 0 h 2197642"/>
                <a:gd name="connsiteX0" fmla="*/ 0 w 2051352"/>
                <a:gd name="connsiteY0" fmla="*/ 62200 h 2259842"/>
                <a:gd name="connsiteX1" fmla="*/ 2051352 w 2051352"/>
                <a:gd name="connsiteY1" fmla="*/ 398081 h 2259842"/>
                <a:gd name="connsiteX2" fmla="*/ 1897053 w 2051352"/>
                <a:gd name="connsiteY2" fmla="*/ 2259842 h 2259842"/>
                <a:gd name="connsiteX3" fmla="*/ 0 w 2051352"/>
                <a:gd name="connsiteY3" fmla="*/ 2259842 h 2259842"/>
                <a:gd name="connsiteX4" fmla="*/ 0 w 2051352"/>
                <a:gd name="connsiteY4" fmla="*/ 62200 h 2259842"/>
                <a:gd name="connsiteX0" fmla="*/ 338599 w 2389951"/>
                <a:gd name="connsiteY0" fmla="*/ 62200 h 2259842"/>
                <a:gd name="connsiteX1" fmla="*/ 2389951 w 2389951"/>
                <a:gd name="connsiteY1" fmla="*/ 398081 h 2259842"/>
                <a:gd name="connsiteX2" fmla="*/ 2235652 w 2389951"/>
                <a:gd name="connsiteY2" fmla="*/ 2259842 h 2259842"/>
                <a:gd name="connsiteX3" fmla="*/ 338599 w 2389951"/>
                <a:gd name="connsiteY3" fmla="*/ 2259842 h 2259842"/>
                <a:gd name="connsiteX4" fmla="*/ 338599 w 2389951"/>
                <a:gd name="connsiteY4" fmla="*/ 62200 h 2259842"/>
                <a:gd name="connsiteX0" fmla="*/ 336117 w 2397111"/>
                <a:gd name="connsiteY0" fmla="*/ 167461 h 2201962"/>
                <a:gd name="connsiteX1" fmla="*/ 2397111 w 2397111"/>
                <a:gd name="connsiteY1" fmla="*/ 340201 h 2201962"/>
                <a:gd name="connsiteX2" fmla="*/ 2242812 w 2397111"/>
                <a:gd name="connsiteY2" fmla="*/ 2201962 h 2201962"/>
                <a:gd name="connsiteX3" fmla="*/ 345759 w 2397111"/>
                <a:gd name="connsiteY3" fmla="*/ 2201962 h 2201962"/>
                <a:gd name="connsiteX4" fmla="*/ 336117 w 2397111"/>
                <a:gd name="connsiteY4" fmla="*/ 167461 h 2201962"/>
                <a:gd name="connsiteX0" fmla="*/ 336117 w 2397111"/>
                <a:gd name="connsiteY0" fmla="*/ 275063 h 2309564"/>
                <a:gd name="connsiteX1" fmla="*/ 2397111 w 2397111"/>
                <a:gd name="connsiteY1" fmla="*/ 447803 h 2309564"/>
                <a:gd name="connsiteX2" fmla="*/ 2242812 w 2397111"/>
                <a:gd name="connsiteY2" fmla="*/ 2309564 h 2309564"/>
                <a:gd name="connsiteX3" fmla="*/ 345759 w 2397111"/>
                <a:gd name="connsiteY3" fmla="*/ 2309564 h 2309564"/>
                <a:gd name="connsiteX4" fmla="*/ 336117 w 2397111"/>
                <a:gd name="connsiteY4" fmla="*/ 275063 h 2309564"/>
                <a:gd name="connsiteX0" fmla="*/ 282165 w 2343159"/>
                <a:gd name="connsiteY0" fmla="*/ 275063 h 2309564"/>
                <a:gd name="connsiteX1" fmla="*/ 2343159 w 2343159"/>
                <a:gd name="connsiteY1" fmla="*/ 447803 h 2309564"/>
                <a:gd name="connsiteX2" fmla="*/ 2188860 w 2343159"/>
                <a:gd name="connsiteY2" fmla="*/ 2309564 h 2309564"/>
                <a:gd name="connsiteX3" fmla="*/ 542546 w 2343159"/>
                <a:gd name="connsiteY3" fmla="*/ 2108037 h 2309564"/>
                <a:gd name="connsiteX4" fmla="*/ 282165 w 2343159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190818"/>
                <a:gd name="connsiteX1" fmla="*/ 2479226 w 2479226"/>
                <a:gd name="connsiteY1" fmla="*/ 447803 h 2190818"/>
                <a:gd name="connsiteX2" fmla="*/ 2324927 w 2479226"/>
                <a:gd name="connsiteY2" fmla="*/ 1935297 h 2190818"/>
                <a:gd name="connsiteX3" fmla="*/ 678613 w 2479226"/>
                <a:gd name="connsiteY3" fmla="*/ 2108037 h 2190818"/>
                <a:gd name="connsiteX4" fmla="*/ 418232 w 2479226"/>
                <a:gd name="connsiteY4" fmla="*/ 275063 h 2190818"/>
                <a:gd name="connsiteX0" fmla="*/ 418232 w 2479226"/>
                <a:gd name="connsiteY0" fmla="*/ 275063 h 2264371"/>
                <a:gd name="connsiteX1" fmla="*/ 2479226 w 2479226"/>
                <a:gd name="connsiteY1" fmla="*/ 447803 h 2264371"/>
                <a:gd name="connsiteX2" fmla="*/ 2324927 w 2479226"/>
                <a:gd name="connsiteY2" fmla="*/ 1935297 h 2264371"/>
                <a:gd name="connsiteX3" fmla="*/ 678613 w 2479226"/>
                <a:gd name="connsiteY3" fmla="*/ 2108037 h 2264371"/>
                <a:gd name="connsiteX4" fmla="*/ 418232 w 2479226"/>
                <a:gd name="connsiteY4" fmla="*/ 275063 h 2264371"/>
                <a:gd name="connsiteX0" fmla="*/ 418232 w 2540990"/>
                <a:gd name="connsiteY0" fmla="*/ 275063 h 2264371"/>
                <a:gd name="connsiteX1" fmla="*/ 2479226 w 2540990"/>
                <a:gd name="connsiteY1" fmla="*/ 447803 h 2264371"/>
                <a:gd name="connsiteX2" fmla="*/ 2324927 w 2540990"/>
                <a:gd name="connsiteY2" fmla="*/ 1935297 h 2264371"/>
                <a:gd name="connsiteX3" fmla="*/ 678613 w 2540990"/>
                <a:gd name="connsiteY3" fmla="*/ 2108037 h 2264371"/>
                <a:gd name="connsiteX4" fmla="*/ 418232 w 2540990"/>
                <a:gd name="connsiteY4" fmla="*/ 275063 h 2264371"/>
                <a:gd name="connsiteX0" fmla="*/ 418232 w 2687449"/>
                <a:gd name="connsiteY0" fmla="*/ 275063 h 2264371"/>
                <a:gd name="connsiteX1" fmla="*/ 2479226 w 2687449"/>
                <a:gd name="connsiteY1" fmla="*/ 447803 h 2264371"/>
                <a:gd name="connsiteX2" fmla="*/ 2324927 w 2687449"/>
                <a:gd name="connsiteY2" fmla="*/ 1935297 h 2264371"/>
                <a:gd name="connsiteX3" fmla="*/ 678613 w 2687449"/>
                <a:gd name="connsiteY3" fmla="*/ 2108037 h 2264371"/>
                <a:gd name="connsiteX4" fmla="*/ 418232 w 2687449"/>
                <a:gd name="connsiteY4" fmla="*/ 275063 h 226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7449" h="2264371">
                  <a:moveTo>
                    <a:pt x="418232" y="275063"/>
                  </a:moveTo>
                  <a:cubicBezTo>
                    <a:pt x="880210" y="31950"/>
                    <a:pt x="1486844" y="-268741"/>
                    <a:pt x="2479226" y="447803"/>
                  </a:cubicBezTo>
                  <a:cubicBezTo>
                    <a:pt x="2813540" y="1116370"/>
                    <a:pt x="2733176" y="1525839"/>
                    <a:pt x="2324927" y="1935297"/>
                  </a:cubicBezTo>
                  <a:cubicBezTo>
                    <a:pt x="1679722" y="2271173"/>
                    <a:pt x="1468474" y="2386341"/>
                    <a:pt x="678613" y="2108037"/>
                  </a:cubicBezTo>
                  <a:cubicBezTo>
                    <a:pt x="51774" y="1672985"/>
                    <a:pt x="-343621" y="1362682"/>
                    <a:pt x="418232" y="275063"/>
                  </a:cubicBezTo>
                  <a:close/>
                </a:path>
              </a:pathLst>
            </a:custGeom>
            <a:blipFill>
              <a:blip r:embed="rId2"/>
              <a:stretch>
                <a:fillRect l="-199819" t="-142400" r="-4227" b="-20059"/>
              </a:stretch>
            </a:blipFill>
          </p:spPr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8644B3C5-7281-4C7D-B9FE-0F4E8C00BBDB}"/>
                </a:ext>
              </a:extLst>
            </p:cNvPr>
            <p:cNvSpPr/>
            <p:nvPr/>
          </p:nvSpPr>
          <p:spPr>
            <a:xfrm>
              <a:off x="806241" y="166686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02D318B-5EFC-492C-919D-85EB71C5FC47}"/>
              </a:ext>
            </a:extLst>
          </p:cNvPr>
          <p:cNvGrpSpPr/>
          <p:nvPr/>
        </p:nvGrpSpPr>
        <p:grpSpPr>
          <a:xfrm>
            <a:off x="1418472" y="2890370"/>
            <a:ext cx="3632781" cy="2040875"/>
            <a:chOff x="817781" y="3362036"/>
            <a:chExt cx="10755383" cy="2040875"/>
          </a:xfrm>
        </p:grpSpPr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FD173AAB-B023-4A63-A9E0-10F942DD8C40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216C7B2C-FE57-4001-8E26-71E53BB3A58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45727007-8A90-4C25-A8B8-4881C9CA7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7DF2817-D09C-4A06-A9A1-D56D6F152068}"/>
              </a:ext>
            </a:extLst>
          </p:cNvPr>
          <p:cNvCxnSpPr>
            <a:cxnSpLocks/>
          </p:cNvCxnSpPr>
          <p:nvPr/>
        </p:nvCxnSpPr>
        <p:spPr>
          <a:xfrm>
            <a:off x="1476665" y="1944148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550F4BC8-819D-4C0C-82B4-CA09BDAF59D1}"/>
              </a:ext>
            </a:extLst>
          </p:cNvPr>
          <p:cNvSpPr txBox="1"/>
          <p:nvPr/>
        </p:nvSpPr>
        <p:spPr>
          <a:xfrm>
            <a:off x="7095156" y="4080235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de plantillas para Resoluciones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1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05FAB084-0276-43F4-AF6D-A8FEE5703692}"/>
              </a:ext>
            </a:extLst>
          </p:cNvPr>
          <p:cNvSpPr txBox="1"/>
          <p:nvPr/>
        </p:nvSpPr>
        <p:spPr>
          <a:xfrm>
            <a:off x="7095156" y="2046360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Validación sustento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7" name="TextBox 13">
            <a:extLst>
              <a:ext uri="{FF2B5EF4-FFF2-40B4-BE49-F238E27FC236}">
                <a16:creationId xmlns:a16="http://schemas.microsoft.com/office/drawing/2014/main" id="{7F13EDC3-002E-4903-A4A3-1D511BB2ACAA}"/>
              </a:ext>
            </a:extLst>
          </p:cNvPr>
          <p:cNvSpPr txBox="1"/>
          <p:nvPr/>
        </p:nvSpPr>
        <p:spPr>
          <a:xfrm>
            <a:off x="4928805" y="1428660"/>
            <a:ext cx="2130395" cy="42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COORD. IPRESS</a:t>
            </a:r>
          </a:p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(Jefe de Calidad)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176632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7EFEF53-2BC5-418A-9A17-47AFCB64A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2" y="0"/>
            <a:ext cx="12108656" cy="6858000"/>
          </a:xfrm>
          <a:prstGeom prst="rect">
            <a:avLst/>
          </a:prstGeom>
        </p:spPr>
      </p:pic>
      <p:pic>
        <p:nvPicPr>
          <p:cNvPr id="10" name="Imagen 9">
            <a:hlinkClick r:id="rId4" action="ppaction://hlinksldjump"/>
            <a:extLst>
              <a:ext uri="{FF2B5EF4-FFF2-40B4-BE49-F238E27FC236}">
                <a16:creationId xmlns:a16="http://schemas.microsoft.com/office/drawing/2014/main" id="{D2C02B7C-A4FF-4BF3-8F61-EB5CB3517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350" y="3452171"/>
            <a:ext cx="1119378" cy="928846"/>
          </a:xfrm>
          <a:prstGeom prst="rect">
            <a:avLst/>
          </a:prstGeom>
        </p:spPr>
      </p:pic>
      <p:pic>
        <p:nvPicPr>
          <p:cNvPr id="12" name="Imagen 11">
            <a:hlinkClick r:id="rId6" action="ppaction://hlinksldjump"/>
            <a:extLst>
              <a:ext uri="{FF2B5EF4-FFF2-40B4-BE49-F238E27FC236}">
                <a16:creationId xmlns:a16="http://schemas.microsoft.com/office/drawing/2014/main" id="{782E3611-D094-4214-A969-929E67C0DD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1436" y="3464734"/>
            <a:ext cx="1119378" cy="90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6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3" action="ppaction://hlinksldjump"/>
            <a:extLst>
              <a:ext uri="{FF2B5EF4-FFF2-40B4-BE49-F238E27FC236}">
                <a16:creationId xmlns:a16="http://schemas.microsoft.com/office/drawing/2014/main" id="{D2C02B7C-A4FF-4BF3-8F61-EB5CB3517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350" y="3452171"/>
            <a:ext cx="1119378" cy="928846"/>
          </a:xfrm>
          <a:prstGeom prst="rect">
            <a:avLst/>
          </a:prstGeom>
        </p:spPr>
      </p:pic>
      <p:pic>
        <p:nvPicPr>
          <p:cNvPr id="12" name="Imagen 11">
            <a:hlinkClick r:id="rId5" action="ppaction://hlinksldjump"/>
            <a:extLst>
              <a:ext uri="{FF2B5EF4-FFF2-40B4-BE49-F238E27FC236}">
                <a16:creationId xmlns:a16="http://schemas.microsoft.com/office/drawing/2014/main" id="{782E3611-D094-4214-A969-929E67C0D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436" y="3464734"/>
            <a:ext cx="1119378" cy="9037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C9290C7-A4C1-4DEF-BAA5-568D78909B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212"/>
            <a:ext cx="12192000" cy="683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5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B114DC9-47BA-4ED4-915E-76AABE125659}"/>
              </a:ext>
            </a:extLst>
          </p:cNvPr>
          <p:cNvGrpSpPr/>
          <p:nvPr/>
        </p:nvGrpSpPr>
        <p:grpSpPr>
          <a:xfrm>
            <a:off x="5530713" y="847901"/>
            <a:ext cx="669752" cy="579745"/>
            <a:chOff x="4755488" y="893463"/>
            <a:chExt cx="669752" cy="579745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DC92492-AD64-4D88-A971-44E82F31704F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5A6683AD-7C48-42AB-8B9C-1A75F31A4C40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D008826-D635-4D83-BC10-010C5E3DBEA5}"/>
              </a:ext>
            </a:extLst>
          </p:cNvPr>
          <p:cNvSpPr/>
          <p:nvPr/>
        </p:nvSpPr>
        <p:spPr>
          <a:xfrm>
            <a:off x="5279979" y="1749678"/>
            <a:ext cx="1496810" cy="4225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763A6F00-C7FA-49EB-8902-D1F9F44B78B5}"/>
              </a:ext>
            </a:extLst>
          </p:cNvPr>
          <p:cNvSpPr txBox="1"/>
          <p:nvPr/>
        </p:nvSpPr>
        <p:spPr>
          <a:xfrm>
            <a:off x="5370021" y="3395381"/>
            <a:ext cx="1316723" cy="640368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Carga documentaria por proceso</a:t>
            </a:r>
            <a:endParaRPr lang="en-US" b="1" u="sng" dirty="0">
              <a:solidFill>
                <a:schemeClr val="accent1">
                  <a:lumMod val="50000"/>
                  <a:lumOff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99970E5-11CE-4B5C-9602-4B6C78FAABF5}"/>
              </a:ext>
            </a:extLst>
          </p:cNvPr>
          <p:cNvSpPr/>
          <p:nvPr/>
        </p:nvSpPr>
        <p:spPr>
          <a:xfrm>
            <a:off x="1202013" y="1749677"/>
            <a:ext cx="3945646" cy="424275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2049A-30C8-42DF-A0A7-2F74E351433E}"/>
              </a:ext>
            </a:extLst>
          </p:cNvPr>
          <p:cNvSpPr/>
          <p:nvPr/>
        </p:nvSpPr>
        <p:spPr>
          <a:xfrm>
            <a:off x="6939191" y="1749678"/>
            <a:ext cx="3945646" cy="4242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51C73956-3106-4C9C-AA98-9F17B4620AE7}"/>
              </a:ext>
            </a:extLst>
          </p:cNvPr>
          <p:cNvSpPr txBox="1"/>
          <p:nvPr/>
        </p:nvSpPr>
        <p:spPr>
          <a:xfrm>
            <a:off x="7216832" y="1442497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AUTOEV.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3057B5DA-6287-4352-B58A-0DC551B69A70}"/>
              </a:ext>
            </a:extLst>
          </p:cNvPr>
          <p:cNvSpPr txBox="1"/>
          <p:nvPr/>
        </p:nvSpPr>
        <p:spPr>
          <a:xfrm>
            <a:off x="9127156" y="1432022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RED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2" name="TextBox 13">
            <a:extLst>
              <a:ext uri="{FF2B5EF4-FFF2-40B4-BE49-F238E27FC236}">
                <a16:creationId xmlns:a16="http://schemas.microsoft.com/office/drawing/2014/main" id="{50A127CD-4AFD-40CB-A7F7-AF0292DC0011}"/>
              </a:ext>
            </a:extLst>
          </p:cNvPr>
          <p:cNvSpPr txBox="1"/>
          <p:nvPr/>
        </p:nvSpPr>
        <p:spPr>
          <a:xfrm>
            <a:off x="9037972" y="409912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 de avance en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8" name="TextBox 13">
            <a:extLst>
              <a:ext uri="{FF2B5EF4-FFF2-40B4-BE49-F238E27FC236}">
                <a16:creationId xmlns:a16="http://schemas.microsoft.com/office/drawing/2014/main" id="{709A89C7-CB56-472A-A950-676E6557B41B}"/>
              </a:ext>
            </a:extLst>
          </p:cNvPr>
          <p:cNvSpPr txBox="1"/>
          <p:nvPr/>
        </p:nvSpPr>
        <p:spPr>
          <a:xfrm>
            <a:off x="7081188" y="5115694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rápido de baja puntuación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9" name="TextBox 13">
            <a:extLst>
              <a:ext uri="{FF2B5EF4-FFF2-40B4-BE49-F238E27FC236}">
                <a16:creationId xmlns:a16="http://schemas.microsoft.com/office/drawing/2014/main" id="{8FF9BE29-EF02-40B8-B3B5-05F56CE49494}"/>
              </a:ext>
            </a:extLst>
          </p:cNvPr>
          <p:cNvSpPr txBox="1"/>
          <p:nvPr/>
        </p:nvSpPr>
        <p:spPr>
          <a:xfrm>
            <a:off x="9051939" y="2066438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múltiple en documentos nivel I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0" name="TextBox 13">
            <a:extLst>
              <a:ext uri="{FF2B5EF4-FFF2-40B4-BE49-F238E27FC236}">
                <a16:creationId xmlns:a16="http://schemas.microsoft.com/office/drawing/2014/main" id="{04B45D3E-7A75-418D-93F0-638924099610}"/>
              </a:ext>
            </a:extLst>
          </p:cNvPr>
          <p:cNvSpPr txBox="1"/>
          <p:nvPr/>
        </p:nvSpPr>
        <p:spPr>
          <a:xfrm>
            <a:off x="9037972" y="511569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rendimiento por Ipress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1" name="TextBox 13">
            <a:extLst>
              <a:ext uri="{FF2B5EF4-FFF2-40B4-BE49-F238E27FC236}">
                <a16:creationId xmlns:a16="http://schemas.microsoft.com/office/drawing/2014/main" id="{D3BA61AB-F753-4B03-9184-ED1D8AC12BA1}"/>
              </a:ext>
            </a:extLst>
          </p:cNvPr>
          <p:cNvSpPr txBox="1"/>
          <p:nvPr/>
        </p:nvSpPr>
        <p:spPr>
          <a:xfrm>
            <a:off x="9051939" y="307739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Alertas de seguimiento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68515A3-FEED-41E9-8EF7-F623B50A257E}"/>
              </a:ext>
            </a:extLst>
          </p:cNvPr>
          <p:cNvGrpSpPr/>
          <p:nvPr/>
        </p:nvGrpSpPr>
        <p:grpSpPr>
          <a:xfrm>
            <a:off x="7048310" y="2889751"/>
            <a:ext cx="3632781" cy="2040875"/>
            <a:chOff x="817781" y="3362036"/>
            <a:chExt cx="10755383" cy="2040875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D299F5F2-BB05-42EC-A45F-9D1A038264E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58B3BA6-9A67-45FA-9398-BC20316B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57DFFA29-C1F7-434C-8ACC-5F58AEFAE264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Rectángulo: esquinas redondeadas 341">
            <a:extLst>
              <a:ext uri="{FF2B5EF4-FFF2-40B4-BE49-F238E27FC236}">
                <a16:creationId xmlns:a16="http://schemas.microsoft.com/office/drawing/2014/main" id="{6B253643-43D6-433D-9205-DABC5F3006E7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FUNCIONALIDADES SEGÚN ROL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9BA85029-0195-4871-A9CB-B8920C7EF3A7}"/>
              </a:ext>
            </a:extLst>
          </p:cNvPr>
          <p:cNvCxnSpPr>
            <a:cxnSpLocks/>
          </p:cNvCxnSpPr>
          <p:nvPr/>
        </p:nvCxnSpPr>
        <p:spPr>
          <a:xfrm>
            <a:off x="7106503" y="1943529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601B70-E2AF-4F86-9260-E9DFD67A45C4}"/>
              </a:ext>
            </a:extLst>
          </p:cNvPr>
          <p:cNvGrpSpPr/>
          <p:nvPr/>
        </p:nvGrpSpPr>
        <p:grpSpPr>
          <a:xfrm>
            <a:off x="7508415" y="847901"/>
            <a:ext cx="669752" cy="579745"/>
            <a:chOff x="1047750" y="2287318"/>
            <a:chExt cx="669752" cy="579745"/>
          </a:xfrm>
        </p:grpSpPr>
        <p:sp>
          <p:nvSpPr>
            <p:cNvPr id="353" name="Freeform 9">
              <a:extLst>
                <a:ext uri="{FF2B5EF4-FFF2-40B4-BE49-F238E27FC236}">
                  <a16:creationId xmlns:a16="http://schemas.microsoft.com/office/drawing/2014/main" id="{531E2E0A-DCD2-42F1-B64F-77ED8056B707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97569DB-D810-4B3F-A86E-42BF22F63DF3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6B1FF07-4A14-4B63-9582-F7ECFEC5C57C}"/>
              </a:ext>
            </a:extLst>
          </p:cNvPr>
          <p:cNvGrpSpPr/>
          <p:nvPr/>
        </p:nvGrpSpPr>
        <p:grpSpPr>
          <a:xfrm>
            <a:off x="9369906" y="862160"/>
            <a:ext cx="672274" cy="569342"/>
            <a:chOff x="968717" y="2728528"/>
            <a:chExt cx="672274" cy="569342"/>
          </a:xfrm>
        </p:grpSpPr>
        <p:sp>
          <p:nvSpPr>
            <p:cNvPr id="351" name="Freeform 27">
              <a:extLst>
                <a:ext uri="{FF2B5EF4-FFF2-40B4-BE49-F238E27FC236}">
                  <a16:creationId xmlns:a16="http://schemas.microsoft.com/office/drawing/2014/main" id="{55D7DA97-B5DE-4B3A-9E6B-7BEB373AAE4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2"/>
              <a:stretch>
                <a:fillRect l="-7920" t="-19093" r="-196126" b="-143366"/>
              </a:stretch>
            </a:blipFill>
          </p:spPr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2E62FBC0-B6BE-42ED-91D2-6B25531E4FE4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1" name="Rectángulo 360">
            <a:extLst>
              <a:ext uri="{FF2B5EF4-FFF2-40B4-BE49-F238E27FC236}">
                <a16:creationId xmlns:a16="http://schemas.microsoft.com/office/drawing/2014/main" id="{3DB9DEAE-EB83-4D49-94C2-AE99C0341418}"/>
              </a:ext>
            </a:extLst>
          </p:cNvPr>
          <p:cNvSpPr/>
          <p:nvPr/>
        </p:nvSpPr>
        <p:spPr>
          <a:xfrm flipH="1">
            <a:off x="1202013" y="6042631"/>
            <a:ext cx="9682824" cy="6769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                </a:t>
            </a:r>
            <a:endParaRPr lang="es-PE"/>
          </a:p>
        </p:txBody>
      </p:sp>
      <p:sp>
        <p:nvSpPr>
          <p:cNvPr id="362" name="TextBox 13">
            <a:extLst>
              <a:ext uri="{FF2B5EF4-FFF2-40B4-BE49-F238E27FC236}">
                <a16:creationId xmlns:a16="http://schemas.microsoft.com/office/drawing/2014/main" id="{77A7C5C9-A603-476A-8DEF-D9D384922414}"/>
              </a:ext>
            </a:extLst>
          </p:cNvPr>
          <p:cNvSpPr txBox="1"/>
          <p:nvPr/>
        </p:nvSpPr>
        <p:spPr>
          <a:xfrm>
            <a:off x="74843" y="6515195"/>
            <a:ext cx="2055384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ADMIN SIST.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511C727-0FD9-42A8-952F-19EED611416E}"/>
              </a:ext>
            </a:extLst>
          </p:cNvPr>
          <p:cNvGrpSpPr/>
          <p:nvPr/>
        </p:nvGrpSpPr>
        <p:grpSpPr>
          <a:xfrm>
            <a:off x="263047" y="5872338"/>
            <a:ext cx="677617" cy="575338"/>
            <a:chOff x="9742173" y="1021676"/>
            <a:chExt cx="677617" cy="575338"/>
          </a:xfrm>
        </p:grpSpPr>
        <p:sp>
          <p:nvSpPr>
            <p:cNvPr id="366" name="Freeform 8">
              <a:extLst>
                <a:ext uri="{FF2B5EF4-FFF2-40B4-BE49-F238E27FC236}">
                  <a16:creationId xmlns:a16="http://schemas.microsoft.com/office/drawing/2014/main" id="{8230747A-ED49-4EA2-BB3E-FE058AF16550}"/>
                </a:ext>
              </a:extLst>
            </p:cNvPr>
            <p:cNvSpPr/>
            <p:nvPr/>
          </p:nvSpPr>
          <p:spPr>
            <a:xfrm>
              <a:off x="9742173" y="1021676"/>
              <a:ext cx="677617" cy="575338"/>
            </a:xfrm>
            <a:custGeom>
              <a:avLst/>
              <a:gdLst>
                <a:gd name="connsiteX0" fmla="*/ 0 w 1989836"/>
                <a:gd name="connsiteY0" fmla="*/ 144333 h 2197642"/>
                <a:gd name="connsiteX1" fmla="*/ 1989836 w 1989836"/>
                <a:gd name="connsiteY1" fmla="*/ 0 h 2197642"/>
                <a:gd name="connsiteX2" fmla="*/ 1989836 w 1989836"/>
                <a:gd name="connsiteY2" fmla="*/ 2197642 h 2197642"/>
                <a:gd name="connsiteX3" fmla="*/ 92783 w 1989836"/>
                <a:gd name="connsiteY3" fmla="*/ 2197642 h 2197642"/>
                <a:gd name="connsiteX4" fmla="*/ 0 w 1989836"/>
                <a:gd name="connsiteY4" fmla="*/ 144333 h 2197642"/>
                <a:gd name="connsiteX0" fmla="*/ 0 w 1989836"/>
                <a:gd name="connsiteY0" fmla="*/ 285259 h 2338568"/>
                <a:gd name="connsiteX1" fmla="*/ 1989836 w 1989836"/>
                <a:gd name="connsiteY1" fmla="*/ 140926 h 2338568"/>
                <a:gd name="connsiteX2" fmla="*/ 1989836 w 1989836"/>
                <a:gd name="connsiteY2" fmla="*/ 2338568 h 2338568"/>
                <a:gd name="connsiteX3" fmla="*/ 92783 w 1989836"/>
                <a:gd name="connsiteY3" fmla="*/ 2338568 h 2338568"/>
                <a:gd name="connsiteX4" fmla="*/ 0 w 1989836"/>
                <a:gd name="connsiteY4" fmla="*/ 285259 h 2338568"/>
                <a:gd name="connsiteX0" fmla="*/ 400502 w 2390338"/>
                <a:gd name="connsiteY0" fmla="*/ 285259 h 2338568"/>
                <a:gd name="connsiteX1" fmla="*/ 2390338 w 2390338"/>
                <a:gd name="connsiteY1" fmla="*/ 140926 h 2338568"/>
                <a:gd name="connsiteX2" fmla="*/ 2390338 w 2390338"/>
                <a:gd name="connsiteY2" fmla="*/ 2338568 h 2338568"/>
                <a:gd name="connsiteX3" fmla="*/ 493285 w 2390338"/>
                <a:gd name="connsiteY3" fmla="*/ 2338568 h 2338568"/>
                <a:gd name="connsiteX4" fmla="*/ 400502 w 2390338"/>
                <a:gd name="connsiteY4" fmla="*/ 285259 h 2338568"/>
                <a:gd name="connsiteX0" fmla="*/ 336224 w 2326060"/>
                <a:gd name="connsiteY0" fmla="*/ 285259 h 2338568"/>
                <a:gd name="connsiteX1" fmla="*/ 2326060 w 2326060"/>
                <a:gd name="connsiteY1" fmla="*/ 140926 h 2338568"/>
                <a:gd name="connsiteX2" fmla="*/ 2326060 w 2326060"/>
                <a:gd name="connsiteY2" fmla="*/ 2338568 h 2338568"/>
                <a:gd name="connsiteX3" fmla="*/ 748598 w 2326060"/>
                <a:gd name="connsiteY3" fmla="*/ 2338568 h 2338568"/>
                <a:gd name="connsiteX4" fmla="*/ 336224 w 2326060"/>
                <a:gd name="connsiteY4" fmla="*/ 285259 h 2338568"/>
                <a:gd name="connsiteX0" fmla="*/ 409421 w 2399257"/>
                <a:gd name="connsiteY0" fmla="*/ 285259 h 2338568"/>
                <a:gd name="connsiteX1" fmla="*/ 2399257 w 2399257"/>
                <a:gd name="connsiteY1" fmla="*/ 140926 h 2338568"/>
                <a:gd name="connsiteX2" fmla="*/ 2399257 w 2399257"/>
                <a:gd name="connsiteY2" fmla="*/ 2338568 h 2338568"/>
                <a:gd name="connsiteX3" fmla="*/ 821795 w 2399257"/>
                <a:gd name="connsiteY3" fmla="*/ 2338568 h 2338568"/>
                <a:gd name="connsiteX4" fmla="*/ 409421 w 2399257"/>
                <a:gd name="connsiteY4" fmla="*/ 285259 h 2338568"/>
                <a:gd name="connsiteX0" fmla="*/ 409421 w 2399257"/>
                <a:gd name="connsiteY0" fmla="*/ 285259 h 2407297"/>
                <a:gd name="connsiteX1" fmla="*/ 2399257 w 2399257"/>
                <a:gd name="connsiteY1" fmla="*/ 140926 h 2407297"/>
                <a:gd name="connsiteX2" fmla="*/ 2399257 w 2399257"/>
                <a:gd name="connsiteY2" fmla="*/ 2338568 h 2407297"/>
                <a:gd name="connsiteX3" fmla="*/ 821795 w 2399257"/>
                <a:gd name="connsiteY3" fmla="*/ 2338568 h 2407297"/>
                <a:gd name="connsiteX4" fmla="*/ 409421 w 2399257"/>
                <a:gd name="connsiteY4" fmla="*/ 285259 h 2407297"/>
                <a:gd name="connsiteX0" fmla="*/ 409421 w 2543586"/>
                <a:gd name="connsiteY0" fmla="*/ 285259 h 2369566"/>
                <a:gd name="connsiteX1" fmla="*/ 2399257 w 2543586"/>
                <a:gd name="connsiteY1" fmla="*/ 140926 h 2369566"/>
                <a:gd name="connsiteX2" fmla="*/ 2543586 w 2543586"/>
                <a:gd name="connsiteY2" fmla="*/ 2018977 h 2369566"/>
                <a:gd name="connsiteX3" fmla="*/ 821795 w 2543586"/>
                <a:gd name="connsiteY3" fmla="*/ 2338568 h 2369566"/>
                <a:gd name="connsiteX4" fmla="*/ 409421 w 2543586"/>
                <a:gd name="connsiteY4" fmla="*/ 285259 h 2369566"/>
                <a:gd name="connsiteX0" fmla="*/ 409421 w 2543586"/>
                <a:gd name="connsiteY0" fmla="*/ 285259 h 2420674"/>
                <a:gd name="connsiteX1" fmla="*/ 2399257 w 2543586"/>
                <a:gd name="connsiteY1" fmla="*/ 140926 h 2420674"/>
                <a:gd name="connsiteX2" fmla="*/ 2543586 w 2543586"/>
                <a:gd name="connsiteY2" fmla="*/ 2018977 h 2420674"/>
                <a:gd name="connsiteX3" fmla="*/ 821795 w 2543586"/>
                <a:gd name="connsiteY3" fmla="*/ 2338568 h 2420674"/>
                <a:gd name="connsiteX4" fmla="*/ 409421 w 2543586"/>
                <a:gd name="connsiteY4" fmla="*/ 285259 h 2420674"/>
                <a:gd name="connsiteX0" fmla="*/ 409421 w 2877749"/>
                <a:gd name="connsiteY0" fmla="*/ 285259 h 2420674"/>
                <a:gd name="connsiteX1" fmla="*/ 2399257 w 2877749"/>
                <a:gd name="connsiteY1" fmla="*/ 140926 h 2420674"/>
                <a:gd name="connsiteX2" fmla="*/ 2543586 w 2877749"/>
                <a:gd name="connsiteY2" fmla="*/ 2018977 h 2420674"/>
                <a:gd name="connsiteX3" fmla="*/ 821795 w 2877749"/>
                <a:gd name="connsiteY3" fmla="*/ 2338568 h 2420674"/>
                <a:gd name="connsiteX4" fmla="*/ 409421 w 2877749"/>
                <a:gd name="connsiteY4" fmla="*/ 285259 h 2420674"/>
                <a:gd name="connsiteX0" fmla="*/ 409421 w 2887243"/>
                <a:gd name="connsiteY0" fmla="*/ 252395 h 2387810"/>
                <a:gd name="connsiteX1" fmla="*/ 2440494 w 2887243"/>
                <a:gd name="connsiteY1" fmla="*/ 221466 h 2387810"/>
                <a:gd name="connsiteX2" fmla="*/ 2543586 w 2887243"/>
                <a:gd name="connsiteY2" fmla="*/ 1986113 h 2387810"/>
                <a:gd name="connsiteX3" fmla="*/ 821795 w 2887243"/>
                <a:gd name="connsiteY3" fmla="*/ 2305704 h 2387810"/>
                <a:gd name="connsiteX4" fmla="*/ 409421 w 2887243"/>
                <a:gd name="connsiteY4" fmla="*/ 252395 h 2387810"/>
                <a:gd name="connsiteX0" fmla="*/ 409421 w 2933663"/>
                <a:gd name="connsiteY0" fmla="*/ 252395 h 2387810"/>
                <a:gd name="connsiteX1" fmla="*/ 2440494 w 2933663"/>
                <a:gd name="connsiteY1" fmla="*/ 221466 h 2387810"/>
                <a:gd name="connsiteX2" fmla="*/ 2543586 w 2933663"/>
                <a:gd name="connsiteY2" fmla="*/ 1986113 h 2387810"/>
                <a:gd name="connsiteX3" fmla="*/ 821795 w 2933663"/>
                <a:gd name="connsiteY3" fmla="*/ 2305704 h 2387810"/>
                <a:gd name="connsiteX4" fmla="*/ 409421 w 2933663"/>
                <a:gd name="connsiteY4" fmla="*/ 252395 h 2387810"/>
                <a:gd name="connsiteX0" fmla="*/ 409421 w 2933663"/>
                <a:gd name="connsiteY0" fmla="*/ 355443 h 2490858"/>
                <a:gd name="connsiteX1" fmla="*/ 2440494 w 2933663"/>
                <a:gd name="connsiteY1" fmla="*/ 324514 h 2490858"/>
                <a:gd name="connsiteX2" fmla="*/ 2543586 w 2933663"/>
                <a:gd name="connsiteY2" fmla="*/ 2089161 h 2490858"/>
                <a:gd name="connsiteX3" fmla="*/ 821795 w 2933663"/>
                <a:gd name="connsiteY3" fmla="*/ 2408752 h 2490858"/>
                <a:gd name="connsiteX4" fmla="*/ 409421 w 2933663"/>
                <a:gd name="connsiteY4" fmla="*/ 355443 h 249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3663" h="2490858">
                  <a:moveTo>
                    <a:pt x="409421" y="355443"/>
                  </a:moveTo>
                  <a:cubicBezTo>
                    <a:pt x="1196412" y="-218443"/>
                    <a:pt x="1725666" y="1489"/>
                    <a:pt x="2440494" y="324514"/>
                  </a:cubicBezTo>
                  <a:cubicBezTo>
                    <a:pt x="2694789" y="589705"/>
                    <a:pt x="3351150" y="1215721"/>
                    <a:pt x="2543586" y="2089161"/>
                  </a:cubicBezTo>
                  <a:cubicBezTo>
                    <a:pt x="2007457" y="2522151"/>
                    <a:pt x="1595040" y="2563393"/>
                    <a:pt x="821795" y="2408752"/>
                  </a:cubicBezTo>
                  <a:cubicBezTo>
                    <a:pt x="378492" y="2074835"/>
                    <a:pt x="-528726" y="1503798"/>
                    <a:pt x="409421" y="355443"/>
                  </a:cubicBezTo>
                  <a:close/>
                </a:path>
              </a:pathLst>
            </a:custGeom>
            <a:blipFill>
              <a:blip r:embed="rId2"/>
              <a:stretch>
                <a:fillRect l="-192075" t="-15044" r="-11971" b="-147416"/>
              </a:stretch>
            </a:blipFill>
          </p:spPr>
        </p:sp>
        <p:sp>
          <p:nvSpPr>
            <p:cNvPr id="365" name="Elipse 364">
              <a:extLst>
                <a:ext uri="{FF2B5EF4-FFF2-40B4-BE49-F238E27FC236}">
                  <a16:creationId xmlns:a16="http://schemas.microsoft.com/office/drawing/2014/main" id="{06141503-6256-4BEC-AFC8-BCC127BBAE2B}"/>
                </a:ext>
              </a:extLst>
            </p:cNvPr>
            <p:cNvSpPr/>
            <p:nvPr/>
          </p:nvSpPr>
          <p:spPr>
            <a:xfrm>
              <a:off x="9742386" y="1028400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7" name="TextBox 13">
            <a:extLst>
              <a:ext uri="{FF2B5EF4-FFF2-40B4-BE49-F238E27FC236}">
                <a16:creationId xmlns:a16="http://schemas.microsoft.com/office/drawing/2014/main" id="{7931D729-C08A-41A5-8C21-6B989C8BCA9D}"/>
              </a:ext>
            </a:extLst>
          </p:cNvPr>
          <p:cNvSpPr txBox="1"/>
          <p:nvPr/>
        </p:nvSpPr>
        <p:spPr>
          <a:xfrm>
            <a:off x="3525905" y="6275845"/>
            <a:ext cx="2453458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Admin. de usuarios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8" name="TextBox 13">
            <a:extLst>
              <a:ext uri="{FF2B5EF4-FFF2-40B4-BE49-F238E27FC236}">
                <a16:creationId xmlns:a16="http://schemas.microsoft.com/office/drawing/2014/main" id="{7EDBE96F-20C0-4525-A29D-D34F558AAAD3}"/>
              </a:ext>
            </a:extLst>
          </p:cNvPr>
          <p:cNvSpPr txBox="1"/>
          <p:nvPr/>
        </p:nvSpPr>
        <p:spPr>
          <a:xfrm>
            <a:off x="6195065" y="6272094"/>
            <a:ext cx="2055384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Adm. de parámetros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3" name="TextBox 13">
            <a:extLst>
              <a:ext uri="{FF2B5EF4-FFF2-40B4-BE49-F238E27FC236}">
                <a16:creationId xmlns:a16="http://schemas.microsoft.com/office/drawing/2014/main" id="{7B6E0082-67D4-4397-8655-EE29C35A9C05}"/>
              </a:ext>
            </a:extLst>
          </p:cNvPr>
          <p:cNvSpPr txBox="1"/>
          <p:nvPr/>
        </p:nvSpPr>
        <p:spPr>
          <a:xfrm>
            <a:off x="1081912" y="1459952"/>
            <a:ext cx="2460397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GERENCIA/ DIR.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6F9D5E10-22F2-46CA-BBCC-577828F3DB4F}"/>
              </a:ext>
            </a:extLst>
          </p:cNvPr>
          <p:cNvSpPr txBox="1"/>
          <p:nvPr/>
        </p:nvSpPr>
        <p:spPr>
          <a:xfrm>
            <a:off x="1371155" y="4109565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 cumplimiento de meta GAMCC 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D768F732-9C63-4EC9-86E2-316B84AE3F4F}"/>
              </a:ext>
            </a:extLst>
          </p:cNvPr>
          <p:cNvSpPr txBox="1"/>
          <p:nvPr/>
        </p:nvSpPr>
        <p:spPr>
          <a:xfrm>
            <a:off x="1371155" y="5130740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Ajustar recursos según demanda evaluada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60CA4369-5363-4A7E-ABA1-F68CFBD3900D}"/>
              </a:ext>
            </a:extLst>
          </p:cNvPr>
          <p:cNvSpPr txBox="1"/>
          <p:nvPr/>
        </p:nvSpPr>
        <p:spPr>
          <a:xfrm>
            <a:off x="1371155" y="309586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Trazabilidad del proceso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9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2ED03036-CD35-435A-A411-3F7D94E6A04E}"/>
              </a:ext>
            </a:extLst>
          </p:cNvPr>
          <p:cNvSpPr txBox="1"/>
          <p:nvPr/>
        </p:nvSpPr>
        <p:spPr>
          <a:xfrm>
            <a:off x="1371153" y="2063826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del avance a nivel nacional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EF8045-553F-4ED4-9700-7F6DE7FBFCE4}"/>
              </a:ext>
            </a:extLst>
          </p:cNvPr>
          <p:cNvGrpSpPr/>
          <p:nvPr/>
        </p:nvGrpSpPr>
        <p:grpSpPr>
          <a:xfrm>
            <a:off x="1795351" y="854320"/>
            <a:ext cx="669752" cy="570120"/>
            <a:chOff x="943863" y="3108784"/>
            <a:chExt cx="669752" cy="570120"/>
          </a:xfrm>
        </p:grpSpPr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1A1F351E-9F09-4AA7-80FF-21D4097BB515}"/>
                </a:ext>
              </a:extLst>
            </p:cNvPr>
            <p:cNvSpPr/>
            <p:nvPr/>
          </p:nvSpPr>
          <p:spPr>
            <a:xfrm>
              <a:off x="947623" y="3108784"/>
              <a:ext cx="664316" cy="569648"/>
            </a:xfrm>
            <a:custGeom>
              <a:avLst/>
              <a:gdLst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2028697"/>
                <a:gd name="connsiteY0" fmla="*/ 0 h 2197642"/>
                <a:gd name="connsiteX1" fmla="*/ 1918188 w 2028697"/>
                <a:gd name="connsiteY1" fmla="*/ 507248 h 2197642"/>
                <a:gd name="connsiteX2" fmla="*/ 1897053 w 2028697"/>
                <a:gd name="connsiteY2" fmla="*/ 2197642 h 2197642"/>
                <a:gd name="connsiteX3" fmla="*/ 0 w 2028697"/>
                <a:gd name="connsiteY3" fmla="*/ 2197642 h 2197642"/>
                <a:gd name="connsiteX4" fmla="*/ 0 w 2028697"/>
                <a:gd name="connsiteY4" fmla="*/ 0 h 2197642"/>
                <a:gd name="connsiteX0" fmla="*/ 0 w 1981450"/>
                <a:gd name="connsiteY0" fmla="*/ 0 h 2197642"/>
                <a:gd name="connsiteX1" fmla="*/ 1918188 w 1981450"/>
                <a:gd name="connsiteY1" fmla="*/ 507248 h 2197642"/>
                <a:gd name="connsiteX2" fmla="*/ 1558887 w 1981450"/>
                <a:gd name="connsiteY2" fmla="*/ 1817206 h 2197642"/>
                <a:gd name="connsiteX3" fmla="*/ 0 w 1981450"/>
                <a:gd name="connsiteY3" fmla="*/ 2197642 h 2197642"/>
                <a:gd name="connsiteX4" fmla="*/ 0 w 1981450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1855416"/>
                <a:gd name="connsiteX1" fmla="*/ 1918188 w 2051396"/>
                <a:gd name="connsiteY1" fmla="*/ 507248 h 1855416"/>
                <a:gd name="connsiteX2" fmla="*/ 1558887 w 2051396"/>
                <a:gd name="connsiteY2" fmla="*/ 1817206 h 1855416"/>
                <a:gd name="connsiteX3" fmla="*/ 105677 w 2051396"/>
                <a:gd name="connsiteY3" fmla="*/ 1658691 h 1855416"/>
                <a:gd name="connsiteX4" fmla="*/ 0 w 2051396"/>
                <a:gd name="connsiteY4" fmla="*/ 0 h 1855416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30261"/>
                <a:gd name="connsiteY0" fmla="*/ 191417 h 1697740"/>
                <a:gd name="connsiteX1" fmla="*/ 1897053 w 2030261"/>
                <a:gd name="connsiteY1" fmla="*/ 275958 h 1697740"/>
                <a:gd name="connsiteX2" fmla="*/ 1537752 w 2030261"/>
                <a:gd name="connsiteY2" fmla="*/ 1585916 h 1697740"/>
                <a:gd name="connsiteX3" fmla="*/ 84542 w 2030261"/>
                <a:gd name="connsiteY3" fmla="*/ 1427401 h 1697740"/>
                <a:gd name="connsiteX4" fmla="*/ 0 w 2030261"/>
                <a:gd name="connsiteY4" fmla="*/ 191417 h 1697740"/>
                <a:gd name="connsiteX0" fmla="*/ 0 w 2030261"/>
                <a:gd name="connsiteY0" fmla="*/ 389693 h 1896016"/>
                <a:gd name="connsiteX1" fmla="*/ 1897053 w 2030261"/>
                <a:gd name="connsiteY1" fmla="*/ 474234 h 1896016"/>
                <a:gd name="connsiteX2" fmla="*/ 1537752 w 2030261"/>
                <a:gd name="connsiteY2" fmla="*/ 1784192 h 1896016"/>
                <a:gd name="connsiteX3" fmla="*/ 84542 w 2030261"/>
                <a:gd name="connsiteY3" fmla="*/ 1625677 h 1896016"/>
                <a:gd name="connsiteX4" fmla="*/ 0 w 2030261"/>
                <a:gd name="connsiteY4" fmla="*/ 389693 h 1896016"/>
                <a:gd name="connsiteX0" fmla="*/ 165717 w 2195978"/>
                <a:gd name="connsiteY0" fmla="*/ 389693 h 1896016"/>
                <a:gd name="connsiteX1" fmla="*/ 2062770 w 2195978"/>
                <a:gd name="connsiteY1" fmla="*/ 474234 h 1896016"/>
                <a:gd name="connsiteX2" fmla="*/ 1703469 w 2195978"/>
                <a:gd name="connsiteY2" fmla="*/ 1784192 h 1896016"/>
                <a:gd name="connsiteX3" fmla="*/ 250259 w 2195978"/>
                <a:gd name="connsiteY3" fmla="*/ 1625677 h 1896016"/>
                <a:gd name="connsiteX4" fmla="*/ 165717 w 2195978"/>
                <a:gd name="connsiteY4" fmla="*/ 389693 h 1896016"/>
                <a:gd name="connsiteX0" fmla="*/ 180845 w 2211106"/>
                <a:gd name="connsiteY0" fmla="*/ 389693 h 1896016"/>
                <a:gd name="connsiteX1" fmla="*/ 2077898 w 2211106"/>
                <a:gd name="connsiteY1" fmla="*/ 474234 h 1896016"/>
                <a:gd name="connsiteX2" fmla="*/ 1718597 w 2211106"/>
                <a:gd name="connsiteY2" fmla="*/ 1784192 h 1896016"/>
                <a:gd name="connsiteX3" fmla="*/ 265387 w 2211106"/>
                <a:gd name="connsiteY3" fmla="*/ 1625677 h 1896016"/>
                <a:gd name="connsiteX4" fmla="*/ 180845 w 2211106"/>
                <a:gd name="connsiteY4" fmla="*/ 389693 h 189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1106" h="1896016">
                  <a:moveTo>
                    <a:pt x="180845" y="389693"/>
                  </a:moveTo>
                  <a:cubicBezTo>
                    <a:pt x="788537" y="-106988"/>
                    <a:pt x="1554747" y="-180961"/>
                    <a:pt x="2077898" y="474234"/>
                  </a:cubicBezTo>
                  <a:cubicBezTo>
                    <a:pt x="2335043" y="1143375"/>
                    <a:pt x="2222323" y="1315836"/>
                    <a:pt x="1718597" y="1784192"/>
                  </a:cubicBezTo>
                  <a:cubicBezTo>
                    <a:pt x="1072156" y="1953275"/>
                    <a:pt x="890692" y="1953275"/>
                    <a:pt x="265387" y="1625677"/>
                  </a:cubicBezTo>
                  <a:cubicBezTo>
                    <a:pt x="163232" y="1520143"/>
                    <a:pt x="-224247" y="1108151"/>
                    <a:pt x="180845" y="389693"/>
                  </a:cubicBezTo>
                  <a:close/>
                </a:path>
              </a:pathLst>
            </a:custGeom>
            <a:blipFill>
              <a:blip r:embed="rId2"/>
              <a:stretch>
                <a:fillRect l="-97708" t="-17477" r="-106338" b="-144983"/>
              </a:stretch>
            </a:blipFill>
          </p:spPr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0438A3C-1EB2-4B87-B3B9-9A547FEAA3F9}"/>
                </a:ext>
              </a:extLst>
            </p:cNvPr>
            <p:cNvSpPr/>
            <p:nvPr/>
          </p:nvSpPr>
          <p:spPr>
            <a:xfrm>
              <a:off x="943863" y="31134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4" name="TextBox 13">
            <a:extLst>
              <a:ext uri="{FF2B5EF4-FFF2-40B4-BE49-F238E27FC236}">
                <a16:creationId xmlns:a16="http://schemas.microsoft.com/office/drawing/2014/main" id="{EF2E5226-39BB-46BB-88B1-D467FB54A3F8}"/>
              </a:ext>
            </a:extLst>
          </p:cNvPr>
          <p:cNvSpPr txBox="1"/>
          <p:nvPr/>
        </p:nvSpPr>
        <p:spPr>
          <a:xfrm>
            <a:off x="3451867" y="4087291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Medición y análisis histórico 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2643A7FD-C5C0-43D6-A174-1074623D2A37}"/>
              </a:ext>
            </a:extLst>
          </p:cNvPr>
          <p:cNvSpPr txBox="1"/>
          <p:nvPr/>
        </p:nvSpPr>
        <p:spPr>
          <a:xfrm>
            <a:off x="3451867" y="2069237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Documentación centralizada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E4D74B9A-E64E-43B7-AB9F-DFEE9459DCA5}"/>
              </a:ext>
            </a:extLst>
          </p:cNvPr>
          <p:cNvSpPr txBox="1"/>
          <p:nvPr/>
        </p:nvSpPr>
        <p:spPr>
          <a:xfrm>
            <a:off x="3616358" y="1442496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GESTOR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96F34E21-A22A-4ACE-B24E-4B392AC92A2E}"/>
              </a:ext>
            </a:extLst>
          </p:cNvPr>
          <p:cNvSpPr txBox="1"/>
          <p:nvPr/>
        </p:nvSpPr>
        <p:spPr>
          <a:xfrm>
            <a:off x="3464631" y="3087393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sobre resultados del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9" name="TextBox 13">
            <a:extLst>
              <a:ext uri="{FF2B5EF4-FFF2-40B4-BE49-F238E27FC236}">
                <a16:creationId xmlns:a16="http://schemas.microsoft.com/office/drawing/2014/main" id="{A3D9BF61-473A-4E9E-B836-8AB89E11B834}"/>
              </a:ext>
            </a:extLst>
          </p:cNvPr>
          <p:cNvSpPr txBox="1"/>
          <p:nvPr/>
        </p:nvSpPr>
        <p:spPr>
          <a:xfrm>
            <a:off x="3464631" y="5130740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Refuerzo capacitaciones por resultados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BF7006C-AB5F-486F-8D4D-57F42A6AF8FD}"/>
              </a:ext>
            </a:extLst>
          </p:cNvPr>
          <p:cNvGrpSpPr/>
          <p:nvPr/>
        </p:nvGrpSpPr>
        <p:grpSpPr>
          <a:xfrm>
            <a:off x="3861631" y="855816"/>
            <a:ext cx="671965" cy="565486"/>
            <a:chOff x="806241" y="1666868"/>
            <a:chExt cx="671965" cy="565486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2C3614B6-A9A8-4965-9BF1-058132B34CB3}"/>
                </a:ext>
              </a:extLst>
            </p:cNvPr>
            <p:cNvSpPr/>
            <p:nvPr/>
          </p:nvSpPr>
          <p:spPr>
            <a:xfrm>
              <a:off x="814613" y="1666868"/>
              <a:ext cx="663593" cy="561871"/>
            </a:xfrm>
            <a:custGeom>
              <a:avLst/>
              <a:gdLst>
                <a:gd name="connsiteX0" fmla="*/ 0 w 2051352"/>
                <a:gd name="connsiteY0" fmla="*/ 0 h 2197642"/>
                <a:gd name="connsiteX1" fmla="*/ 2051352 w 2051352"/>
                <a:gd name="connsiteY1" fmla="*/ 335881 h 2197642"/>
                <a:gd name="connsiteX2" fmla="*/ 1897053 w 2051352"/>
                <a:gd name="connsiteY2" fmla="*/ 2197642 h 2197642"/>
                <a:gd name="connsiteX3" fmla="*/ 0 w 2051352"/>
                <a:gd name="connsiteY3" fmla="*/ 2197642 h 2197642"/>
                <a:gd name="connsiteX4" fmla="*/ 0 w 2051352"/>
                <a:gd name="connsiteY4" fmla="*/ 0 h 2197642"/>
                <a:gd name="connsiteX0" fmla="*/ 0 w 2051352"/>
                <a:gd name="connsiteY0" fmla="*/ 62200 h 2259842"/>
                <a:gd name="connsiteX1" fmla="*/ 2051352 w 2051352"/>
                <a:gd name="connsiteY1" fmla="*/ 398081 h 2259842"/>
                <a:gd name="connsiteX2" fmla="*/ 1897053 w 2051352"/>
                <a:gd name="connsiteY2" fmla="*/ 2259842 h 2259842"/>
                <a:gd name="connsiteX3" fmla="*/ 0 w 2051352"/>
                <a:gd name="connsiteY3" fmla="*/ 2259842 h 2259842"/>
                <a:gd name="connsiteX4" fmla="*/ 0 w 2051352"/>
                <a:gd name="connsiteY4" fmla="*/ 62200 h 2259842"/>
                <a:gd name="connsiteX0" fmla="*/ 338599 w 2389951"/>
                <a:gd name="connsiteY0" fmla="*/ 62200 h 2259842"/>
                <a:gd name="connsiteX1" fmla="*/ 2389951 w 2389951"/>
                <a:gd name="connsiteY1" fmla="*/ 398081 h 2259842"/>
                <a:gd name="connsiteX2" fmla="*/ 2235652 w 2389951"/>
                <a:gd name="connsiteY2" fmla="*/ 2259842 h 2259842"/>
                <a:gd name="connsiteX3" fmla="*/ 338599 w 2389951"/>
                <a:gd name="connsiteY3" fmla="*/ 2259842 h 2259842"/>
                <a:gd name="connsiteX4" fmla="*/ 338599 w 2389951"/>
                <a:gd name="connsiteY4" fmla="*/ 62200 h 2259842"/>
                <a:gd name="connsiteX0" fmla="*/ 336117 w 2397111"/>
                <a:gd name="connsiteY0" fmla="*/ 167461 h 2201962"/>
                <a:gd name="connsiteX1" fmla="*/ 2397111 w 2397111"/>
                <a:gd name="connsiteY1" fmla="*/ 340201 h 2201962"/>
                <a:gd name="connsiteX2" fmla="*/ 2242812 w 2397111"/>
                <a:gd name="connsiteY2" fmla="*/ 2201962 h 2201962"/>
                <a:gd name="connsiteX3" fmla="*/ 345759 w 2397111"/>
                <a:gd name="connsiteY3" fmla="*/ 2201962 h 2201962"/>
                <a:gd name="connsiteX4" fmla="*/ 336117 w 2397111"/>
                <a:gd name="connsiteY4" fmla="*/ 167461 h 2201962"/>
                <a:gd name="connsiteX0" fmla="*/ 336117 w 2397111"/>
                <a:gd name="connsiteY0" fmla="*/ 275063 h 2309564"/>
                <a:gd name="connsiteX1" fmla="*/ 2397111 w 2397111"/>
                <a:gd name="connsiteY1" fmla="*/ 447803 h 2309564"/>
                <a:gd name="connsiteX2" fmla="*/ 2242812 w 2397111"/>
                <a:gd name="connsiteY2" fmla="*/ 2309564 h 2309564"/>
                <a:gd name="connsiteX3" fmla="*/ 345759 w 2397111"/>
                <a:gd name="connsiteY3" fmla="*/ 2309564 h 2309564"/>
                <a:gd name="connsiteX4" fmla="*/ 336117 w 2397111"/>
                <a:gd name="connsiteY4" fmla="*/ 275063 h 2309564"/>
                <a:gd name="connsiteX0" fmla="*/ 282165 w 2343159"/>
                <a:gd name="connsiteY0" fmla="*/ 275063 h 2309564"/>
                <a:gd name="connsiteX1" fmla="*/ 2343159 w 2343159"/>
                <a:gd name="connsiteY1" fmla="*/ 447803 h 2309564"/>
                <a:gd name="connsiteX2" fmla="*/ 2188860 w 2343159"/>
                <a:gd name="connsiteY2" fmla="*/ 2309564 h 2309564"/>
                <a:gd name="connsiteX3" fmla="*/ 542546 w 2343159"/>
                <a:gd name="connsiteY3" fmla="*/ 2108037 h 2309564"/>
                <a:gd name="connsiteX4" fmla="*/ 282165 w 2343159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190818"/>
                <a:gd name="connsiteX1" fmla="*/ 2479226 w 2479226"/>
                <a:gd name="connsiteY1" fmla="*/ 447803 h 2190818"/>
                <a:gd name="connsiteX2" fmla="*/ 2324927 w 2479226"/>
                <a:gd name="connsiteY2" fmla="*/ 1935297 h 2190818"/>
                <a:gd name="connsiteX3" fmla="*/ 678613 w 2479226"/>
                <a:gd name="connsiteY3" fmla="*/ 2108037 h 2190818"/>
                <a:gd name="connsiteX4" fmla="*/ 418232 w 2479226"/>
                <a:gd name="connsiteY4" fmla="*/ 275063 h 2190818"/>
                <a:gd name="connsiteX0" fmla="*/ 418232 w 2479226"/>
                <a:gd name="connsiteY0" fmla="*/ 275063 h 2264371"/>
                <a:gd name="connsiteX1" fmla="*/ 2479226 w 2479226"/>
                <a:gd name="connsiteY1" fmla="*/ 447803 h 2264371"/>
                <a:gd name="connsiteX2" fmla="*/ 2324927 w 2479226"/>
                <a:gd name="connsiteY2" fmla="*/ 1935297 h 2264371"/>
                <a:gd name="connsiteX3" fmla="*/ 678613 w 2479226"/>
                <a:gd name="connsiteY3" fmla="*/ 2108037 h 2264371"/>
                <a:gd name="connsiteX4" fmla="*/ 418232 w 2479226"/>
                <a:gd name="connsiteY4" fmla="*/ 275063 h 2264371"/>
                <a:gd name="connsiteX0" fmla="*/ 418232 w 2540990"/>
                <a:gd name="connsiteY0" fmla="*/ 275063 h 2264371"/>
                <a:gd name="connsiteX1" fmla="*/ 2479226 w 2540990"/>
                <a:gd name="connsiteY1" fmla="*/ 447803 h 2264371"/>
                <a:gd name="connsiteX2" fmla="*/ 2324927 w 2540990"/>
                <a:gd name="connsiteY2" fmla="*/ 1935297 h 2264371"/>
                <a:gd name="connsiteX3" fmla="*/ 678613 w 2540990"/>
                <a:gd name="connsiteY3" fmla="*/ 2108037 h 2264371"/>
                <a:gd name="connsiteX4" fmla="*/ 418232 w 2540990"/>
                <a:gd name="connsiteY4" fmla="*/ 275063 h 2264371"/>
                <a:gd name="connsiteX0" fmla="*/ 418232 w 2687449"/>
                <a:gd name="connsiteY0" fmla="*/ 275063 h 2264371"/>
                <a:gd name="connsiteX1" fmla="*/ 2479226 w 2687449"/>
                <a:gd name="connsiteY1" fmla="*/ 447803 h 2264371"/>
                <a:gd name="connsiteX2" fmla="*/ 2324927 w 2687449"/>
                <a:gd name="connsiteY2" fmla="*/ 1935297 h 2264371"/>
                <a:gd name="connsiteX3" fmla="*/ 678613 w 2687449"/>
                <a:gd name="connsiteY3" fmla="*/ 2108037 h 2264371"/>
                <a:gd name="connsiteX4" fmla="*/ 418232 w 2687449"/>
                <a:gd name="connsiteY4" fmla="*/ 275063 h 226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7449" h="2264371">
                  <a:moveTo>
                    <a:pt x="418232" y="275063"/>
                  </a:moveTo>
                  <a:cubicBezTo>
                    <a:pt x="880210" y="31950"/>
                    <a:pt x="1486844" y="-268741"/>
                    <a:pt x="2479226" y="447803"/>
                  </a:cubicBezTo>
                  <a:cubicBezTo>
                    <a:pt x="2813540" y="1116370"/>
                    <a:pt x="2733176" y="1525839"/>
                    <a:pt x="2324927" y="1935297"/>
                  </a:cubicBezTo>
                  <a:cubicBezTo>
                    <a:pt x="1679722" y="2271173"/>
                    <a:pt x="1468474" y="2386341"/>
                    <a:pt x="678613" y="2108037"/>
                  </a:cubicBezTo>
                  <a:cubicBezTo>
                    <a:pt x="51774" y="1672985"/>
                    <a:pt x="-343621" y="1362682"/>
                    <a:pt x="418232" y="275063"/>
                  </a:cubicBezTo>
                  <a:close/>
                </a:path>
              </a:pathLst>
            </a:custGeom>
            <a:blipFill>
              <a:blip r:embed="rId2"/>
              <a:stretch>
                <a:fillRect l="-199819" t="-142400" r="-4227" b="-20059"/>
              </a:stretch>
            </a:blipFill>
          </p:spPr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8644B3C5-7281-4C7D-B9FE-0F4E8C00BBDB}"/>
                </a:ext>
              </a:extLst>
            </p:cNvPr>
            <p:cNvSpPr/>
            <p:nvPr/>
          </p:nvSpPr>
          <p:spPr>
            <a:xfrm>
              <a:off x="806241" y="166686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02D318B-5EFC-492C-919D-85EB71C5FC47}"/>
              </a:ext>
            </a:extLst>
          </p:cNvPr>
          <p:cNvGrpSpPr/>
          <p:nvPr/>
        </p:nvGrpSpPr>
        <p:grpSpPr>
          <a:xfrm>
            <a:off x="1418472" y="2890370"/>
            <a:ext cx="3632781" cy="2040875"/>
            <a:chOff x="817781" y="3362036"/>
            <a:chExt cx="10755383" cy="2040875"/>
          </a:xfrm>
        </p:grpSpPr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FD173AAB-B023-4A63-A9E0-10F942DD8C40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216C7B2C-FE57-4001-8E26-71E53BB3A58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45727007-8A90-4C25-A8B8-4881C9CA7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7DF2817-D09C-4A06-A9A1-D56D6F152068}"/>
              </a:ext>
            </a:extLst>
          </p:cNvPr>
          <p:cNvCxnSpPr>
            <a:cxnSpLocks/>
          </p:cNvCxnSpPr>
          <p:nvPr/>
        </p:nvCxnSpPr>
        <p:spPr>
          <a:xfrm>
            <a:off x="1476665" y="1944148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3">
            <a:extLst>
              <a:ext uri="{FF2B5EF4-FFF2-40B4-BE49-F238E27FC236}">
                <a16:creationId xmlns:a16="http://schemas.microsoft.com/office/drawing/2014/main" id="{7F13EDC3-002E-4903-A4A3-1D511BB2ACAA}"/>
              </a:ext>
            </a:extLst>
          </p:cNvPr>
          <p:cNvSpPr txBox="1"/>
          <p:nvPr/>
        </p:nvSpPr>
        <p:spPr>
          <a:xfrm>
            <a:off x="5085569" y="1446338"/>
            <a:ext cx="1845374" cy="64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COORD. IPRESS (Jefe de Calidad)</a:t>
            </a:r>
          </a:p>
          <a:p>
            <a:pPr algn="ctr">
              <a:lnSpc>
                <a:spcPts val="1679"/>
              </a:lnSpc>
            </a:pP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5718635B-408A-4079-9572-792190D183D6}"/>
              </a:ext>
            </a:extLst>
          </p:cNvPr>
          <p:cNvSpPr txBox="1"/>
          <p:nvPr/>
        </p:nvSpPr>
        <p:spPr>
          <a:xfrm>
            <a:off x="7095156" y="2992582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Guía en linea de sustentación de criterios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3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F9380203-2A56-4463-8952-FC8AA1265BAE}"/>
              </a:ext>
            </a:extLst>
          </p:cNvPr>
          <p:cNvSpPr txBox="1"/>
          <p:nvPr/>
        </p:nvSpPr>
        <p:spPr>
          <a:xfrm>
            <a:off x="7095156" y="4080235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de plantillas para Resoluciones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4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4DD7EEA3-E426-4A6A-A803-7F6D51958264}"/>
              </a:ext>
            </a:extLst>
          </p:cNvPr>
          <p:cNvSpPr txBox="1"/>
          <p:nvPr/>
        </p:nvSpPr>
        <p:spPr>
          <a:xfrm>
            <a:off x="7095156" y="2046360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Validación sustento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3514180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8663B-9E1B-4E96-A67D-DEC477D4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96D28-6883-45C1-9474-8B538ACD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F11F150-EB8E-4358-8A95-D86F74F9C1F2}"/>
              </a:ext>
            </a:extLst>
          </p:cNvPr>
          <p:cNvGrpSpPr/>
          <p:nvPr/>
        </p:nvGrpSpPr>
        <p:grpSpPr>
          <a:xfrm>
            <a:off x="11596192" y="142104"/>
            <a:ext cx="515290" cy="446041"/>
            <a:chOff x="4755488" y="893463"/>
            <a:chExt cx="669752" cy="57974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DF731FE-6348-4B31-8B22-86A5CB5F5FF9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F29D6CD4-6025-4C65-B99C-8CEC30501A28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2DB4FA8-0C2B-4F57-8BE0-EC0C287BD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13"/>
            <a:ext cx="12192000" cy="68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9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8663B-9E1B-4E96-A67D-DEC477D4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96D28-6883-45C1-9474-8B538ACD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158330-4A1C-4874-BBCD-6B55531D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5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6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8663B-9E1B-4E96-A67D-DEC477D4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96D28-6883-45C1-9474-8B538ACD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52FCA83-F625-4014-A302-9ED8F376DF5D}"/>
              </a:ext>
            </a:extLst>
          </p:cNvPr>
          <p:cNvGrpSpPr/>
          <p:nvPr/>
        </p:nvGrpSpPr>
        <p:grpSpPr>
          <a:xfrm>
            <a:off x="11596192" y="142104"/>
            <a:ext cx="515290" cy="446041"/>
            <a:chOff x="4755488" y="893463"/>
            <a:chExt cx="669752" cy="579745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688BF56-59ED-4108-BFF1-22C04A174BAC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20D08A4-FB9F-49EF-AE0C-A56F44AE81EA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6184D40-EB9F-489B-933F-F8E9AC07C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13"/>
            <a:ext cx="12192000" cy="68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1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8663B-9E1B-4E96-A67D-DEC477D4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96D28-6883-45C1-9474-8B538ACD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05AA5B-3AF4-4095-A4AA-8B4F86650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3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3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B114DC9-47BA-4ED4-915E-76AABE125659}"/>
              </a:ext>
            </a:extLst>
          </p:cNvPr>
          <p:cNvGrpSpPr/>
          <p:nvPr/>
        </p:nvGrpSpPr>
        <p:grpSpPr>
          <a:xfrm>
            <a:off x="5530713" y="847901"/>
            <a:ext cx="669752" cy="579745"/>
            <a:chOff x="4755488" y="893463"/>
            <a:chExt cx="669752" cy="579745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DC92492-AD64-4D88-A971-44E82F31704F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5A6683AD-7C48-42AB-8B9C-1A75F31A4C40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D008826-D635-4D83-BC10-010C5E3DBEA5}"/>
              </a:ext>
            </a:extLst>
          </p:cNvPr>
          <p:cNvSpPr/>
          <p:nvPr/>
        </p:nvSpPr>
        <p:spPr>
          <a:xfrm>
            <a:off x="5279979" y="1749678"/>
            <a:ext cx="1496810" cy="4225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763A6F00-C7FA-49EB-8902-D1F9F44B78B5}"/>
              </a:ext>
            </a:extLst>
          </p:cNvPr>
          <p:cNvSpPr txBox="1"/>
          <p:nvPr/>
        </p:nvSpPr>
        <p:spPr>
          <a:xfrm>
            <a:off x="5370021" y="3395381"/>
            <a:ext cx="1316723" cy="640368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Carga documentaria por proceso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99970E5-11CE-4B5C-9602-4B6C78FAABF5}"/>
              </a:ext>
            </a:extLst>
          </p:cNvPr>
          <p:cNvSpPr/>
          <p:nvPr/>
        </p:nvSpPr>
        <p:spPr>
          <a:xfrm>
            <a:off x="1202013" y="1749677"/>
            <a:ext cx="3945646" cy="424275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2049A-30C8-42DF-A0A7-2F74E351433E}"/>
              </a:ext>
            </a:extLst>
          </p:cNvPr>
          <p:cNvSpPr/>
          <p:nvPr/>
        </p:nvSpPr>
        <p:spPr>
          <a:xfrm>
            <a:off x="6939191" y="1749678"/>
            <a:ext cx="3945646" cy="4242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51C73956-3106-4C9C-AA98-9F17B4620AE7}"/>
              </a:ext>
            </a:extLst>
          </p:cNvPr>
          <p:cNvSpPr txBox="1"/>
          <p:nvPr/>
        </p:nvSpPr>
        <p:spPr>
          <a:xfrm>
            <a:off x="7216832" y="1442497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AUTOEV.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3057B5DA-6287-4352-B58A-0DC551B69A70}"/>
              </a:ext>
            </a:extLst>
          </p:cNvPr>
          <p:cNvSpPr txBox="1"/>
          <p:nvPr/>
        </p:nvSpPr>
        <p:spPr>
          <a:xfrm>
            <a:off x="9127156" y="1432022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RED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2" name="TextBox 13">
            <a:extLst>
              <a:ext uri="{FF2B5EF4-FFF2-40B4-BE49-F238E27FC236}">
                <a16:creationId xmlns:a16="http://schemas.microsoft.com/office/drawing/2014/main" id="{50A127CD-4AFD-40CB-A7F7-AF0292DC0011}"/>
              </a:ext>
            </a:extLst>
          </p:cNvPr>
          <p:cNvSpPr txBox="1"/>
          <p:nvPr/>
        </p:nvSpPr>
        <p:spPr>
          <a:xfrm>
            <a:off x="9037972" y="409912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 de avance en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7" name="TextBox 13">
            <a:extLst>
              <a:ext uri="{FF2B5EF4-FFF2-40B4-BE49-F238E27FC236}">
                <a16:creationId xmlns:a16="http://schemas.microsoft.com/office/drawing/2014/main" id="{AA559AF0-5FEB-40A6-83CD-8C9456F221B9}"/>
              </a:ext>
            </a:extLst>
          </p:cNvPr>
          <p:cNvSpPr txBox="1"/>
          <p:nvPr/>
        </p:nvSpPr>
        <p:spPr>
          <a:xfrm>
            <a:off x="7095156" y="3068128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Guía en linea de sustentación de criterios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8" name="TextBox 13">
            <a:extLst>
              <a:ext uri="{FF2B5EF4-FFF2-40B4-BE49-F238E27FC236}">
                <a16:creationId xmlns:a16="http://schemas.microsoft.com/office/drawing/2014/main" id="{709A89C7-CB56-472A-A950-676E6557B41B}"/>
              </a:ext>
            </a:extLst>
          </p:cNvPr>
          <p:cNvSpPr txBox="1"/>
          <p:nvPr/>
        </p:nvSpPr>
        <p:spPr>
          <a:xfrm>
            <a:off x="7081188" y="5115694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rápido de baja puntuación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9" name="TextBox 13">
            <a:extLst>
              <a:ext uri="{FF2B5EF4-FFF2-40B4-BE49-F238E27FC236}">
                <a16:creationId xmlns:a16="http://schemas.microsoft.com/office/drawing/2014/main" id="{8FF9BE29-EF02-40B8-B3B5-05F56CE49494}"/>
              </a:ext>
            </a:extLst>
          </p:cNvPr>
          <p:cNvSpPr txBox="1"/>
          <p:nvPr/>
        </p:nvSpPr>
        <p:spPr>
          <a:xfrm>
            <a:off x="9051939" y="2066438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múltiple en documentos nivel I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0" name="TextBox 13">
            <a:extLst>
              <a:ext uri="{FF2B5EF4-FFF2-40B4-BE49-F238E27FC236}">
                <a16:creationId xmlns:a16="http://schemas.microsoft.com/office/drawing/2014/main" id="{04B45D3E-7A75-418D-93F0-638924099610}"/>
              </a:ext>
            </a:extLst>
          </p:cNvPr>
          <p:cNvSpPr txBox="1"/>
          <p:nvPr/>
        </p:nvSpPr>
        <p:spPr>
          <a:xfrm>
            <a:off x="9037972" y="511569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rendimiento por Ipress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1" name="TextBox 13">
            <a:extLst>
              <a:ext uri="{FF2B5EF4-FFF2-40B4-BE49-F238E27FC236}">
                <a16:creationId xmlns:a16="http://schemas.microsoft.com/office/drawing/2014/main" id="{D3BA61AB-F753-4B03-9184-ED1D8AC12BA1}"/>
              </a:ext>
            </a:extLst>
          </p:cNvPr>
          <p:cNvSpPr txBox="1"/>
          <p:nvPr/>
        </p:nvSpPr>
        <p:spPr>
          <a:xfrm>
            <a:off x="9051939" y="307739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Alertas de seguimiento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68515A3-FEED-41E9-8EF7-F623B50A257E}"/>
              </a:ext>
            </a:extLst>
          </p:cNvPr>
          <p:cNvGrpSpPr/>
          <p:nvPr/>
        </p:nvGrpSpPr>
        <p:grpSpPr>
          <a:xfrm>
            <a:off x="7048310" y="2889751"/>
            <a:ext cx="3632781" cy="2040875"/>
            <a:chOff x="817781" y="3362036"/>
            <a:chExt cx="10755383" cy="2040875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D299F5F2-BB05-42EC-A45F-9D1A038264E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58B3BA6-9A67-45FA-9398-BC20316B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57DFFA29-C1F7-434C-8ACC-5F58AEFAE264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Rectángulo: esquinas redondeadas 341">
            <a:extLst>
              <a:ext uri="{FF2B5EF4-FFF2-40B4-BE49-F238E27FC236}">
                <a16:creationId xmlns:a16="http://schemas.microsoft.com/office/drawing/2014/main" id="{6B253643-43D6-433D-9205-DABC5F3006E7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FUNCIONALIDADES SEGÚN ROL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9BA85029-0195-4871-A9CB-B8920C7EF3A7}"/>
              </a:ext>
            </a:extLst>
          </p:cNvPr>
          <p:cNvCxnSpPr>
            <a:cxnSpLocks/>
          </p:cNvCxnSpPr>
          <p:nvPr/>
        </p:nvCxnSpPr>
        <p:spPr>
          <a:xfrm>
            <a:off x="7106503" y="1943529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601B70-E2AF-4F86-9260-E9DFD67A45C4}"/>
              </a:ext>
            </a:extLst>
          </p:cNvPr>
          <p:cNvGrpSpPr/>
          <p:nvPr/>
        </p:nvGrpSpPr>
        <p:grpSpPr>
          <a:xfrm>
            <a:off x="7508415" y="847901"/>
            <a:ext cx="669752" cy="579745"/>
            <a:chOff x="1047750" y="2287318"/>
            <a:chExt cx="669752" cy="579745"/>
          </a:xfrm>
        </p:grpSpPr>
        <p:sp>
          <p:nvSpPr>
            <p:cNvPr id="353" name="Freeform 9">
              <a:extLst>
                <a:ext uri="{FF2B5EF4-FFF2-40B4-BE49-F238E27FC236}">
                  <a16:creationId xmlns:a16="http://schemas.microsoft.com/office/drawing/2014/main" id="{531E2E0A-DCD2-42F1-B64F-77ED8056B707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97569DB-D810-4B3F-A86E-42BF22F63DF3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6B1FF07-4A14-4B63-9582-F7ECFEC5C57C}"/>
              </a:ext>
            </a:extLst>
          </p:cNvPr>
          <p:cNvGrpSpPr/>
          <p:nvPr/>
        </p:nvGrpSpPr>
        <p:grpSpPr>
          <a:xfrm>
            <a:off x="9369906" y="862160"/>
            <a:ext cx="672274" cy="569342"/>
            <a:chOff x="968717" y="2728528"/>
            <a:chExt cx="672274" cy="569342"/>
          </a:xfrm>
        </p:grpSpPr>
        <p:sp>
          <p:nvSpPr>
            <p:cNvPr id="351" name="Freeform 27">
              <a:extLst>
                <a:ext uri="{FF2B5EF4-FFF2-40B4-BE49-F238E27FC236}">
                  <a16:creationId xmlns:a16="http://schemas.microsoft.com/office/drawing/2014/main" id="{55D7DA97-B5DE-4B3A-9E6B-7BEB373AAE4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2"/>
              <a:stretch>
                <a:fillRect l="-7920" t="-19093" r="-196126" b="-143366"/>
              </a:stretch>
            </a:blipFill>
          </p:spPr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2E62FBC0-B6BE-42ED-91D2-6B25531E4FE4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1" name="Rectángulo 360">
            <a:extLst>
              <a:ext uri="{FF2B5EF4-FFF2-40B4-BE49-F238E27FC236}">
                <a16:creationId xmlns:a16="http://schemas.microsoft.com/office/drawing/2014/main" id="{3DB9DEAE-EB83-4D49-94C2-AE99C0341418}"/>
              </a:ext>
            </a:extLst>
          </p:cNvPr>
          <p:cNvSpPr/>
          <p:nvPr/>
        </p:nvSpPr>
        <p:spPr>
          <a:xfrm flipH="1">
            <a:off x="1202013" y="6042631"/>
            <a:ext cx="9682824" cy="6769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                </a:t>
            </a:r>
            <a:endParaRPr lang="es-PE"/>
          </a:p>
        </p:txBody>
      </p:sp>
      <p:sp>
        <p:nvSpPr>
          <p:cNvPr id="362" name="TextBox 13">
            <a:extLst>
              <a:ext uri="{FF2B5EF4-FFF2-40B4-BE49-F238E27FC236}">
                <a16:creationId xmlns:a16="http://schemas.microsoft.com/office/drawing/2014/main" id="{77A7C5C9-A603-476A-8DEF-D9D384922414}"/>
              </a:ext>
            </a:extLst>
          </p:cNvPr>
          <p:cNvSpPr txBox="1"/>
          <p:nvPr/>
        </p:nvSpPr>
        <p:spPr>
          <a:xfrm>
            <a:off x="74843" y="6515195"/>
            <a:ext cx="2055384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ADMIN SIST.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511C727-0FD9-42A8-952F-19EED611416E}"/>
              </a:ext>
            </a:extLst>
          </p:cNvPr>
          <p:cNvGrpSpPr/>
          <p:nvPr/>
        </p:nvGrpSpPr>
        <p:grpSpPr>
          <a:xfrm>
            <a:off x="263047" y="5872338"/>
            <a:ext cx="677617" cy="575338"/>
            <a:chOff x="9742173" y="1021676"/>
            <a:chExt cx="677617" cy="575338"/>
          </a:xfrm>
        </p:grpSpPr>
        <p:sp>
          <p:nvSpPr>
            <p:cNvPr id="366" name="Freeform 8">
              <a:extLst>
                <a:ext uri="{FF2B5EF4-FFF2-40B4-BE49-F238E27FC236}">
                  <a16:creationId xmlns:a16="http://schemas.microsoft.com/office/drawing/2014/main" id="{8230747A-ED49-4EA2-BB3E-FE058AF16550}"/>
                </a:ext>
              </a:extLst>
            </p:cNvPr>
            <p:cNvSpPr/>
            <p:nvPr/>
          </p:nvSpPr>
          <p:spPr>
            <a:xfrm>
              <a:off x="9742173" y="1021676"/>
              <a:ext cx="677617" cy="575338"/>
            </a:xfrm>
            <a:custGeom>
              <a:avLst/>
              <a:gdLst>
                <a:gd name="connsiteX0" fmla="*/ 0 w 1989836"/>
                <a:gd name="connsiteY0" fmla="*/ 144333 h 2197642"/>
                <a:gd name="connsiteX1" fmla="*/ 1989836 w 1989836"/>
                <a:gd name="connsiteY1" fmla="*/ 0 h 2197642"/>
                <a:gd name="connsiteX2" fmla="*/ 1989836 w 1989836"/>
                <a:gd name="connsiteY2" fmla="*/ 2197642 h 2197642"/>
                <a:gd name="connsiteX3" fmla="*/ 92783 w 1989836"/>
                <a:gd name="connsiteY3" fmla="*/ 2197642 h 2197642"/>
                <a:gd name="connsiteX4" fmla="*/ 0 w 1989836"/>
                <a:gd name="connsiteY4" fmla="*/ 144333 h 2197642"/>
                <a:gd name="connsiteX0" fmla="*/ 0 w 1989836"/>
                <a:gd name="connsiteY0" fmla="*/ 285259 h 2338568"/>
                <a:gd name="connsiteX1" fmla="*/ 1989836 w 1989836"/>
                <a:gd name="connsiteY1" fmla="*/ 140926 h 2338568"/>
                <a:gd name="connsiteX2" fmla="*/ 1989836 w 1989836"/>
                <a:gd name="connsiteY2" fmla="*/ 2338568 h 2338568"/>
                <a:gd name="connsiteX3" fmla="*/ 92783 w 1989836"/>
                <a:gd name="connsiteY3" fmla="*/ 2338568 h 2338568"/>
                <a:gd name="connsiteX4" fmla="*/ 0 w 1989836"/>
                <a:gd name="connsiteY4" fmla="*/ 285259 h 2338568"/>
                <a:gd name="connsiteX0" fmla="*/ 400502 w 2390338"/>
                <a:gd name="connsiteY0" fmla="*/ 285259 h 2338568"/>
                <a:gd name="connsiteX1" fmla="*/ 2390338 w 2390338"/>
                <a:gd name="connsiteY1" fmla="*/ 140926 h 2338568"/>
                <a:gd name="connsiteX2" fmla="*/ 2390338 w 2390338"/>
                <a:gd name="connsiteY2" fmla="*/ 2338568 h 2338568"/>
                <a:gd name="connsiteX3" fmla="*/ 493285 w 2390338"/>
                <a:gd name="connsiteY3" fmla="*/ 2338568 h 2338568"/>
                <a:gd name="connsiteX4" fmla="*/ 400502 w 2390338"/>
                <a:gd name="connsiteY4" fmla="*/ 285259 h 2338568"/>
                <a:gd name="connsiteX0" fmla="*/ 336224 w 2326060"/>
                <a:gd name="connsiteY0" fmla="*/ 285259 h 2338568"/>
                <a:gd name="connsiteX1" fmla="*/ 2326060 w 2326060"/>
                <a:gd name="connsiteY1" fmla="*/ 140926 h 2338568"/>
                <a:gd name="connsiteX2" fmla="*/ 2326060 w 2326060"/>
                <a:gd name="connsiteY2" fmla="*/ 2338568 h 2338568"/>
                <a:gd name="connsiteX3" fmla="*/ 748598 w 2326060"/>
                <a:gd name="connsiteY3" fmla="*/ 2338568 h 2338568"/>
                <a:gd name="connsiteX4" fmla="*/ 336224 w 2326060"/>
                <a:gd name="connsiteY4" fmla="*/ 285259 h 2338568"/>
                <a:gd name="connsiteX0" fmla="*/ 409421 w 2399257"/>
                <a:gd name="connsiteY0" fmla="*/ 285259 h 2338568"/>
                <a:gd name="connsiteX1" fmla="*/ 2399257 w 2399257"/>
                <a:gd name="connsiteY1" fmla="*/ 140926 h 2338568"/>
                <a:gd name="connsiteX2" fmla="*/ 2399257 w 2399257"/>
                <a:gd name="connsiteY2" fmla="*/ 2338568 h 2338568"/>
                <a:gd name="connsiteX3" fmla="*/ 821795 w 2399257"/>
                <a:gd name="connsiteY3" fmla="*/ 2338568 h 2338568"/>
                <a:gd name="connsiteX4" fmla="*/ 409421 w 2399257"/>
                <a:gd name="connsiteY4" fmla="*/ 285259 h 2338568"/>
                <a:gd name="connsiteX0" fmla="*/ 409421 w 2399257"/>
                <a:gd name="connsiteY0" fmla="*/ 285259 h 2407297"/>
                <a:gd name="connsiteX1" fmla="*/ 2399257 w 2399257"/>
                <a:gd name="connsiteY1" fmla="*/ 140926 h 2407297"/>
                <a:gd name="connsiteX2" fmla="*/ 2399257 w 2399257"/>
                <a:gd name="connsiteY2" fmla="*/ 2338568 h 2407297"/>
                <a:gd name="connsiteX3" fmla="*/ 821795 w 2399257"/>
                <a:gd name="connsiteY3" fmla="*/ 2338568 h 2407297"/>
                <a:gd name="connsiteX4" fmla="*/ 409421 w 2399257"/>
                <a:gd name="connsiteY4" fmla="*/ 285259 h 2407297"/>
                <a:gd name="connsiteX0" fmla="*/ 409421 w 2543586"/>
                <a:gd name="connsiteY0" fmla="*/ 285259 h 2369566"/>
                <a:gd name="connsiteX1" fmla="*/ 2399257 w 2543586"/>
                <a:gd name="connsiteY1" fmla="*/ 140926 h 2369566"/>
                <a:gd name="connsiteX2" fmla="*/ 2543586 w 2543586"/>
                <a:gd name="connsiteY2" fmla="*/ 2018977 h 2369566"/>
                <a:gd name="connsiteX3" fmla="*/ 821795 w 2543586"/>
                <a:gd name="connsiteY3" fmla="*/ 2338568 h 2369566"/>
                <a:gd name="connsiteX4" fmla="*/ 409421 w 2543586"/>
                <a:gd name="connsiteY4" fmla="*/ 285259 h 2369566"/>
                <a:gd name="connsiteX0" fmla="*/ 409421 w 2543586"/>
                <a:gd name="connsiteY0" fmla="*/ 285259 h 2420674"/>
                <a:gd name="connsiteX1" fmla="*/ 2399257 w 2543586"/>
                <a:gd name="connsiteY1" fmla="*/ 140926 h 2420674"/>
                <a:gd name="connsiteX2" fmla="*/ 2543586 w 2543586"/>
                <a:gd name="connsiteY2" fmla="*/ 2018977 h 2420674"/>
                <a:gd name="connsiteX3" fmla="*/ 821795 w 2543586"/>
                <a:gd name="connsiteY3" fmla="*/ 2338568 h 2420674"/>
                <a:gd name="connsiteX4" fmla="*/ 409421 w 2543586"/>
                <a:gd name="connsiteY4" fmla="*/ 285259 h 2420674"/>
                <a:gd name="connsiteX0" fmla="*/ 409421 w 2877749"/>
                <a:gd name="connsiteY0" fmla="*/ 285259 h 2420674"/>
                <a:gd name="connsiteX1" fmla="*/ 2399257 w 2877749"/>
                <a:gd name="connsiteY1" fmla="*/ 140926 h 2420674"/>
                <a:gd name="connsiteX2" fmla="*/ 2543586 w 2877749"/>
                <a:gd name="connsiteY2" fmla="*/ 2018977 h 2420674"/>
                <a:gd name="connsiteX3" fmla="*/ 821795 w 2877749"/>
                <a:gd name="connsiteY3" fmla="*/ 2338568 h 2420674"/>
                <a:gd name="connsiteX4" fmla="*/ 409421 w 2877749"/>
                <a:gd name="connsiteY4" fmla="*/ 285259 h 2420674"/>
                <a:gd name="connsiteX0" fmla="*/ 409421 w 2887243"/>
                <a:gd name="connsiteY0" fmla="*/ 252395 h 2387810"/>
                <a:gd name="connsiteX1" fmla="*/ 2440494 w 2887243"/>
                <a:gd name="connsiteY1" fmla="*/ 221466 h 2387810"/>
                <a:gd name="connsiteX2" fmla="*/ 2543586 w 2887243"/>
                <a:gd name="connsiteY2" fmla="*/ 1986113 h 2387810"/>
                <a:gd name="connsiteX3" fmla="*/ 821795 w 2887243"/>
                <a:gd name="connsiteY3" fmla="*/ 2305704 h 2387810"/>
                <a:gd name="connsiteX4" fmla="*/ 409421 w 2887243"/>
                <a:gd name="connsiteY4" fmla="*/ 252395 h 2387810"/>
                <a:gd name="connsiteX0" fmla="*/ 409421 w 2933663"/>
                <a:gd name="connsiteY0" fmla="*/ 252395 h 2387810"/>
                <a:gd name="connsiteX1" fmla="*/ 2440494 w 2933663"/>
                <a:gd name="connsiteY1" fmla="*/ 221466 h 2387810"/>
                <a:gd name="connsiteX2" fmla="*/ 2543586 w 2933663"/>
                <a:gd name="connsiteY2" fmla="*/ 1986113 h 2387810"/>
                <a:gd name="connsiteX3" fmla="*/ 821795 w 2933663"/>
                <a:gd name="connsiteY3" fmla="*/ 2305704 h 2387810"/>
                <a:gd name="connsiteX4" fmla="*/ 409421 w 2933663"/>
                <a:gd name="connsiteY4" fmla="*/ 252395 h 2387810"/>
                <a:gd name="connsiteX0" fmla="*/ 409421 w 2933663"/>
                <a:gd name="connsiteY0" fmla="*/ 355443 h 2490858"/>
                <a:gd name="connsiteX1" fmla="*/ 2440494 w 2933663"/>
                <a:gd name="connsiteY1" fmla="*/ 324514 h 2490858"/>
                <a:gd name="connsiteX2" fmla="*/ 2543586 w 2933663"/>
                <a:gd name="connsiteY2" fmla="*/ 2089161 h 2490858"/>
                <a:gd name="connsiteX3" fmla="*/ 821795 w 2933663"/>
                <a:gd name="connsiteY3" fmla="*/ 2408752 h 2490858"/>
                <a:gd name="connsiteX4" fmla="*/ 409421 w 2933663"/>
                <a:gd name="connsiteY4" fmla="*/ 355443 h 249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3663" h="2490858">
                  <a:moveTo>
                    <a:pt x="409421" y="355443"/>
                  </a:moveTo>
                  <a:cubicBezTo>
                    <a:pt x="1196412" y="-218443"/>
                    <a:pt x="1725666" y="1489"/>
                    <a:pt x="2440494" y="324514"/>
                  </a:cubicBezTo>
                  <a:cubicBezTo>
                    <a:pt x="2694789" y="589705"/>
                    <a:pt x="3351150" y="1215721"/>
                    <a:pt x="2543586" y="2089161"/>
                  </a:cubicBezTo>
                  <a:cubicBezTo>
                    <a:pt x="2007457" y="2522151"/>
                    <a:pt x="1595040" y="2563393"/>
                    <a:pt x="821795" y="2408752"/>
                  </a:cubicBezTo>
                  <a:cubicBezTo>
                    <a:pt x="378492" y="2074835"/>
                    <a:pt x="-528726" y="1503798"/>
                    <a:pt x="409421" y="355443"/>
                  </a:cubicBezTo>
                  <a:close/>
                </a:path>
              </a:pathLst>
            </a:custGeom>
            <a:blipFill>
              <a:blip r:embed="rId2"/>
              <a:stretch>
                <a:fillRect l="-192075" t="-15044" r="-11971" b="-147416"/>
              </a:stretch>
            </a:blipFill>
          </p:spPr>
        </p:sp>
        <p:sp>
          <p:nvSpPr>
            <p:cNvPr id="365" name="Elipse 364">
              <a:extLst>
                <a:ext uri="{FF2B5EF4-FFF2-40B4-BE49-F238E27FC236}">
                  <a16:creationId xmlns:a16="http://schemas.microsoft.com/office/drawing/2014/main" id="{06141503-6256-4BEC-AFC8-BCC127BBAE2B}"/>
                </a:ext>
              </a:extLst>
            </p:cNvPr>
            <p:cNvSpPr/>
            <p:nvPr/>
          </p:nvSpPr>
          <p:spPr>
            <a:xfrm>
              <a:off x="9742386" y="1028400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7" name="TextBox 13">
            <a:extLst>
              <a:ext uri="{FF2B5EF4-FFF2-40B4-BE49-F238E27FC236}">
                <a16:creationId xmlns:a16="http://schemas.microsoft.com/office/drawing/2014/main" id="{7931D729-C08A-41A5-8C21-6B989C8BCA9D}"/>
              </a:ext>
            </a:extLst>
          </p:cNvPr>
          <p:cNvSpPr txBox="1"/>
          <p:nvPr/>
        </p:nvSpPr>
        <p:spPr>
          <a:xfrm>
            <a:off x="3525905" y="6275845"/>
            <a:ext cx="2453458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Admin. de usuarios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8" name="TextBox 13">
            <a:extLst>
              <a:ext uri="{FF2B5EF4-FFF2-40B4-BE49-F238E27FC236}">
                <a16:creationId xmlns:a16="http://schemas.microsoft.com/office/drawing/2014/main" id="{7EDBE96F-20C0-4525-A29D-D34F558AAAD3}"/>
              </a:ext>
            </a:extLst>
          </p:cNvPr>
          <p:cNvSpPr txBox="1"/>
          <p:nvPr/>
        </p:nvSpPr>
        <p:spPr>
          <a:xfrm>
            <a:off x="6195065" y="6272094"/>
            <a:ext cx="2055384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Adm. de parámetros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3" name="TextBox 13">
            <a:extLst>
              <a:ext uri="{FF2B5EF4-FFF2-40B4-BE49-F238E27FC236}">
                <a16:creationId xmlns:a16="http://schemas.microsoft.com/office/drawing/2014/main" id="{7B6E0082-67D4-4397-8655-EE29C35A9C05}"/>
              </a:ext>
            </a:extLst>
          </p:cNvPr>
          <p:cNvSpPr txBox="1"/>
          <p:nvPr/>
        </p:nvSpPr>
        <p:spPr>
          <a:xfrm>
            <a:off x="1081912" y="1459952"/>
            <a:ext cx="2460397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GERENCIA/ DIR.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6F9D5E10-22F2-46CA-BBCC-577828F3DB4F}"/>
              </a:ext>
            </a:extLst>
          </p:cNvPr>
          <p:cNvSpPr txBox="1"/>
          <p:nvPr/>
        </p:nvSpPr>
        <p:spPr>
          <a:xfrm>
            <a:off x="1371155" y="4109565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 cumplimiento de meta GAMCC 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D768F732-9C63-4EC9-86E2-316B84AE3F4F}"/>
              </a:ext>
            </a:extLst>
          </p:cNvPr>
          <p:cNvSpPr txBox="1"/>
          <p:nvPr/>
        </p:nvSpPr>
        <p:spPr>
          <a:xfrm>
            <a:off x="1371155" y="5130740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Ajustar recursos según demanda evaluada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60CA4369-5363-4A7E-ABA1-F68CFBD3900D}"/>
              </a:ext>
            </a:extLst>
          </p:cNvPr>
          <p:cNvSpPr txBox="1"/>
          <p:nvPr/>
        </p:nvSpPr>
        <p:spPr>
          <a:xfrm>
            <a:off x="1371155" y="309586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Trazabilidad del proceso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9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2ED03036-CD35-435A-A411-3F7D94E6A04E}"/>
              </a:ext>
            </a:extLst>
          </p:cNvPr>
          <p:cNvSpPr txBox="1"/>
          <p:nvPr/>
        </p:nvSpPr>
        <p:spPr>
          <a:xfrm>
            <a:off x="1371153" y="2063826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del avance a nivel nacional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EF8045-553F-4ED4-9700-7F6DE7FBFCE4}"/>
              </a:ext>
            </a:extLst>
          </p:cNvPr>
          <p:cNvGrpSpPr/>
          <p:nvPr/>
        </p:nvGrpSpPr>
        <p:grpSpPr>
          <a:xfrm>
            <a:off x="1795351" y="854320"/>
            <a:ext cx="669752" cy="570120"/>
            <a:chOff x="943863" y="3108784"/>
            <a:chExt cx="669752" cy="570120"/>
          </a:xfrm>
        </p:grpSpPr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1A1F351E-9F09-4AA7-80FF-21D4097BB515}"/>
                </a:ext>
              </a:extLst>
            </p:cNvPr>
            <p:cNvSpPr/>
            <p:nvPr/>
          </p:nvSpPr>
          <p:spPr>
            <a:xfrm>
              <a:off x="947623" y="3108784"/>
              <a:ext cx="664316" cy="569648"/>
            </a:xfrm>
            <a:custGeom>
              <a:avLst/>
              <a:gdLst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2028697"/>
                <a:gd name="connsiteY0" fmla="*/ 0 h 2197642"/>
                <a:gd name="connsiteX1" fmla="*/ 1918188 w 2028697"/>
                <a:gd name="connsiteY1" fmla="*/ 507248 h 2197642"/>
                <a:gd name="connsiteX2" fmla="*/ 1897053 w 2028697"/>
                <a:gd name="connsiteY2" fmla="*/ 2197642 h 2197642"/>
                <a:gd name="connsiteX3" fmla="*/ 0 w 2028697"/>
                <a:gd name="connsiteY3" fmla="*/ 2197642 h 2197642"/>
                <a:gd name="connsiteX4" fmla="*/ 0 w 2028697"/>
                <a:gd name="connsiteY4" fmla="*/ 0 h 2197642"/>
                <a:gd name="connsiteX0" fmla="*/ 0 w 1981450"/>
                <a:gd name="connsiteY0" fmla="*/ 0 h 2197642"/>
                <a:gd name="connsiteX1" fmla="*/ 1918188 w 1981450"/>
                <a:gd name="connsiteY1" fmla="*/ 507248 h 2197642"/>
                <a:gd name="connsiteX2" fmla="*/ 1558887 w 1981450"/>
                <a:gd name="connsiteY2" fmla="*/ 1817206 h 2197642"/>
                <a:gd name="connsiteX3" fmla="*/ 0 w 1981450"/>
                <a:gd name="connsiteY3" fmla="*/ 2197642 h 2197642"/>
                <a:gd name="connsiteX4" fmla="*/ 0 w 1981450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1855416"/>
                <a:gd name="connsiteX1" fmla="*/ 1918188 w 2051396"/>
                <a:gd name="connsiteY1" fmla="*/ 507248 h 1855416"/>
                <a:gd name="connsiteX2" fmla="*/ 1558887 w 2051396"/>
                <a:gd name="connsiteY2" fmla="*/ 1817206 h 1855416"/>
                <a:gd name="connsiteX3" fmla="*/ 105677 w 2051396"/>
                <a:gd name="connsiteY3" fmla="*/ 1658691 h 1855416"/>
                <a:gd name="connsiteX4" fmla="*/ 0 w 2051396"/>
                <a:gd name="connsiteY4" fmla="*/ 0 h 1855416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30261"/>
                <a:gd name="connsiteY0" fmla="*/ 191417 h 1697740"/>
                <a:gd name="connsiteX1" fmla="*/ 1897053 w 2030261"/>
                <a:gd name="connsiteY1" fmla="*/ 275958 h 1697740"/>
                <a:gd name="connsiteX2" fmla="*/ 1537752 w 2030261"/>
                <a:gd name="connsiteY2" fmla="*/ 1585916 h 1697740"/>
                <a:gd name="connsiteX3" fmla="*/ 84542 w 2030261"/>
                <a:gd name="connsiteY3" fmla="*/ 1427401 h 1697740"/>
                <a:gd name="connsiteX4" fmla="*/ 0 w 2030261"/>
                <a:gd name="connsiteY4" fmla="*/ 191417 h 1697740"/>
                <a:gd name="connsiteX0" fmla="*/ 0 w 2030261"/>
                <a:gd name="connsiteY0" fmla="*/ 389693 h 1896016"/>
                <a:gd name="connsiteX1" fmla="*/ 1897053 w 2030261"/>
                <a:gd name="connsiteY1" fmla="*/ 474234 h 1896016"/>
                <a:gd name="connsiteX2" fmla="*/ 1537752 w 2030261"/>
                <a:gd name="connsiteY2" fmla="*/ 1784192 h 1896016"/>
                <a:gd name="connsiteX3" fmla="*/ 84542 w 2030261"/>
                <a:gd name="connsiteY3" fmla="*/ 1625677 h 1896016"/>
                <a:gd name="connsiteX4" fmla="*/ 0 w 2030261"/>
                <a:gd name="connsiteY4" fmla="*/ 389693 h 1896016"/>
                <a:gd name="connsiteX0" fmla="*/ 165717 w 2195978"/>
                <a:gd name="connsiteY0" fmla="*/ 389693 h 1896016"/>
                <a:gd name="connsiteX1" fmla="*/ 2062770 w 2195978"/>
                <a:gd name="connsiteY1" fmla="*/ 474234 h 1896016"/>
                <a:gd name="connsiteX2" fmla="*/ 1703469 w 2195978"/>
                <a:gd name="connsiteY2" fmla="*/ 1784192 h 1896016"/>
                <a:gd name="connsiteX3" fmla="*/ 250259 w 2195978"/>
                <a:gd name="connsiteY3" fmla="*/ 1625677 h 1896016"/>
                <a:gd name="connsiteX4" fmla="*/ 165717 w 2195978"/>
                <a:gd name="connsiteY4" fmla="*/ 389693 h 1896016"/>
                <a:gd name="connsiteX0" fmla="*/ 180845 w 2211106"/>
                <a:gd name="connsiteY0" fmla="*/ 389693 h 1896016"/>
                <a:gd name="connsiteX1" fmla="*/ 2077898 w 2211106"/>
                <a:gd name="connsiteY1" fmla="*/ 474234 h 1896016"/>
                <a:gd name="connsiteX2" fmla="*/ 1718597 w 2211106"/>
                <a:gd name="connsiteY2" fmla="*/ 1784192 h 1896016"/>
                <a:gd name="connsiteX3" fmla="*/ 265387 w 2211106"/>
                <a:gd name="connsiteY3" fmla="*/ 1625677 h 1896016"/>
                <a:gd name="connsiteX4" fmla="*/ 180845 w 2211106"/>
                <a:gd name="connsiteY4" fmla="*/ 389693 h 189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1106" h="1896016">
                  <a:moveTo>
                    <a:pt x="180845" y="389693"/>
                  </a:moveTo>
                  <a:cubicBezTo>
                    <a:pt x="788537" y="-106988"/>
                    <a:pt x="1554747" y="-180961"/>
                    <a:pt x="2077898" y="474234"/>
                  </a:cubicBezTo>
                  <a:cubicBezTo>
                    <a:pt x="2335043" y="1143375"/>
                    <a:pt x="2222323" y="1315836"/>
                    <a:pt x="1718597" y="1784192"/>
                  </a:cubicBezTo>
                  <a:cubicBezTo>
                    <a:pt x="1072156" y="1953275"/>
                    <a:pt x="890692" y="1953275"/>
                    <a:pt x="265387" y="1625677"/>
                  </a:cubicBezTo>
                  <a:cubicBezTo>
                    <a:pt x="163232" y="1520143"/>
                    <a:pt x="-224247" y="1108151"/>
                    <a:pt x="180845" y="389693"/>
                  </a:cubicBezTo>
                  <a:close/>
                </a:path>
              </a:pathLst>
            </a:custGeom>
            <a:blipFill>
              <a:blip r:embed="rId2"/>
              <a:stretch>
                <a:fillRect l="-97708" t="-17477" r="-106338" b="-144983"/>
              </a:stretch>
            </a:blipFill>
          </p:spPr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0438A3C-1EB2-4B87-B3B9-9A547FEAA3F9}"/>
                </a:ext>
              </a:extLst>
            </p:cNvPr>
            <p:cNvSpPr/>
            <p:nvPr/>
          </p:nvSpPr>
          <p:spPr>
            <a:xfrm>
              <a:off x="943863" y="31134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4" name="TextBox 13">
            <a:extLst>
              <a:ext uri="{FF2B5EF4-FFF2-40B4-BE49-F238E27FC236}">
                <a16:creationId xmlns:a16="http://schemas.microsoft.com/office/drawing/2014/main" id="{EF2E5226-39BB-46BB-88B1-D467FB54A3F8}"/>
              </a:ext>
            </a:extLst>
          </p:cNvPr>
          <p:cNvSpPr txBox="1"/>
          <p:nvPr/>
        </p:nvSpPr>
        <p:spPr>
          <a:xfrm>
            <a:off x="3451867" y="4087291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Medición y análisis histórico 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2643A7FD-C5C0-43D6-A174-1074623D2A37}"/>
              </a:ext>
            </a:extLst>
          </p:cNvPr>
          <p:cNvSpPr txBox="1"/>
          <p:nvPr/>
        </p:nvSpPr>
        <p:spPr>
          <a:xfrm>
            <a:off x="3451867" y="2069237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Documentación centralizada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E4D74B9A-E64E-43B7-AB9F-DFEE9459DCA5}"/>
              </a:ext>
            </a:extLst>
          </p:cNvPr>
          <p:cNvSpPr txBox="1"/>
          <p:nvPr/>
        </p:nvSpPr>
        <p:spPr>
          <a:xfrm>
            <a:off x="3616358" y="1442496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GESTOR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96F34E21-A22A-4ACE-B24E-4B392AC92A2E}"/>
              </a:ext>
            </a:extLst>
          </p:cNvPr>
          <p:cNvSpPr txBox="1"/>
          <p:nvPr/>
        </p:nvSpPr>
        <p:spPr>
          <a:xfrm>
            <a:off x="3464631" y="3087393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sobre resultados del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9" name="TextBox 13">
            <a:extLst>
              <a:ext uri="{FF2B5EF4-FFF2-40B4-BE49-F238E27FC236}">
                <a16:creationId xmlns:a16="http://schemas.microsoft.com/office/drawing/2014/main" id="{A3D9BF61-473A-4E9E-B836-8AB89E11B834}"/>
              </a:ext>
            </a:extLst>
          </p:cNvPr>
          <p:cNvSpPr txBox="1"/>
          <p:nvPr/>
        </p:nvSpPr>
        <p:spPr>
          <a:xfrm>
            <a:off x="3464631" y="5130740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Refuerzo capacitaciones por resultados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BF7006C-AB5F-486F-8D4D-57F42A6AF8FD}"/>
              </a:ext>
            </a:extLst>
          </p:cNvPr>
          <p:cNvGrpSpPr/>
          <p:nvPr/>
        </p:nvGrpSpPr>
        <p:grpSpPr>
          <a:xfrm>
            <a:off x="3861631" y="855816"/>
            <a:ext cx="671965" cy="565486"/>
            <a:chOff x="806241" y="1666868"/>
            <a:chExt cx="671965" cy="565486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2C3614B6-A9A8-4965-9BF1-058132B34CB3}"/>
                </a:ext>
              </a:extLst>
            </p:cNvPr>
            <p:cNvSpPr/>
            <p:nvPr/>
          </p:nvSpPr>
          <p:spPr>
            <a:xfrm>
              <a:off x="814613" y="1666868"/>
              <a:ext cx="663593" cy="561871"/>
            </a:xfrm>
            <a:custGeom>
              <a:avLst/>
              <a:gdLst>
                <a:gd name="connsiteX0" fmla="*/ 0 w 2051352"/>
                <a:gd name="connsiteY0" fmla="*/ 0 h 2197642"/>
                <a:gd name="connsiteX1" fmla="*/ 2051352 w 2051352"/>
                <a:gd name="connsiteY1" fmla="*/ 335881 h 2197642"/>
                <a:gd name="connsiteX2" fmla="*/ 1897053 w 2051352"/>
                <a:gd name="connsiteY2" fmla="*/ 2197642 h 2197642"/>
                <a:gd name="connsiteX3" fmla="*/ 0 w 2051352"/>
                <a:gd name="connsiteY3" fmla="*/ 2197642 h 2197642"/>
                <a:gd name="connsiteX4" fmla="*/ 0 w 2051352"/>
                <a:gd name="connsiteY4" fmla="*/ 0 h 2197642"/>
                <a:gd name="connsiteX0" fmla="*/ 0 w 2051352"/>
                <a:gd name="connsiteY0" fmla="*/ 62200 h 2259842"/>
                <a:gd name="connsiteX1" fmla="*/ 2051352 w 2051352"/>
                <a:gd name="connsiteY1" fmla="*/ 398081 h 2259842"/>
                <a:gd name="connsiteX2" fmla="*/ 1897053 w 2051352"/>
                <a:gd name="connsiteY2" fmla="*/ 2259842 h 2259842"/>
                <a:gd name="connsiteX3" fmla="*/ 0 w 2051352"/>
                <a:gd name="connsiteY3" fmla="*/ 2259842 h 2259842"/>
                <a:gd name="connsiteX4" fmla="*/ 0 w 2051352"/>
                <a:gd name="connsiteY4" fmla="*/ 62200 h 2259842"/>
                <a:gd name="connsiteX0" fmla="*/ 338599 w 2389951"/>
                <a:gd name="connsiteY0" fmla="*/ 62200 h 2259842"/>
                <a:gd name="connsiteX1" fmla="*/ 2389951 w 2389951"/>
                <a:gd name="connsiteY1" fmla="*/ 398081 h 2259842"/>
                <a:gd name="connsiteX2" fmla="*/ 2235652 w 2389951"/>
                <a:gd name="connsiteY2" fmla="*/ 2259842 h 2259842"/>
                <a:gd name="connsiteX3" fmla="*/ 338599 w 2389951"/>
                <a:gd name="connsiteY3" fmla="*/ 2259842 h 2259842"/>
                <a:gd name="connsiteX4" fmla="*/ 338599 w 2389951"/>
                <a:gd name="connsiteY4" fmla="*/ 62200 h 2259842"/>
                <a:gd name="connsiteX0" fmla="*/ 336117 w 2397111"/>
                <a:gd name="connsiteY0" fmla="*/ 167461 h 2201962"/>
                <a:gd name="connsiteX1" fmla="*/ 2397111 w 2397111"/>
                <a:gd name="connsiteY1" fmla="*/ 340201 h 2201962"/>
                <a:gd name="connsiteX2" fmla="*/ 2242812 w 2397111"/>
                <a:gd name="connsiteY2" fmla="*/ 2201962 h 2201962"/>
                <a:gd name="connsiteX3" fmla="*/ 345759 w 2397111"/>
                <a:gd name="connsiteY3" fmla="*/ 2201962 h 2201962"/>
                <a:gd name="connsiteX4" fmla="*/ 336117 w 2397111"/>
                <a:gd name="connsiteY4" fmla="*/ 167461 h 2201962"/>
                <a:gd name="connsiteX0" fmla="*/ 336117 w 2397111"/>
                <a:gd name="connsiteY0" fmla="*/ 275063 h 2309564"/>
                <a:gd name="connsiteX1" fmla="*/ 2397111 w 2397111"/>
                <a:gd name="connsiteY1" fmla="*/ 447803 h 2309564"/>
                <a:gd name="connsiteX2" fmla="*/ 2242812 w 2397111"/>
                <a:gd name="connsiteY2" fmla="*/ 2309564 h 2309564"/>
                <a:gd name="connsiteX3" fmla="*/ 345759 w 2397111"/>
                <a:gd name="connsiteY3" fmla="*/ 2309564 h 2309564"/>
                <a:gd name="connsiteX4" fmla="*/ 336117 w 2397111"/>
                <a:gd name="connsiteY4" fmla="*/ 275063 h 2309564"/>
                <a:gd name="connsiteX0" fmla="*/ 282165 w 2343159"/>
                <a:gd name="connsiteY0" fmla="*/ 275063 h 2309564"/>
                <a:gd name="connsiteX1" fmla="*/ 2343159 w 2343159"/>
                <a:gd name="connsiteY1" fmla="*/ 447803 h 2309564"/>
                <a:gd name="connsiteX2" fmla="*/ 2188860 w 2343159"/>
                <a:gd name="connsiteY2" fmla="*/ 2309564 h 2309564"/>
                <a:gd name="connsiteX3" fmla="*/ 542546 w 2343159"/>
                <a:gd name="connsiteY3" fmla="*/ 2108037 h 2309564"/>
                <a:gd name="connsiteX4" fmla="*/ 282165 w 2343159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190818"/>
                <a:gd name="connsiteX1" fmla="*/ 2479226 w 2479226"/>
                <a:gd name="connsiteY1" fmla="*/ 447803 h 2190818"/>
                <a:gd name="connsiteX2" fmla="*/ 2324927 w 2479226"/>
                <a:gd name="connsiteY2" fmla="*/ 1935297 h 2190818"/>
                <a:gd name="connsiteX3" fmla="*/ 678613 w 2479226"/>
                <a:gd name="connsiteY3" fmla="*/ 2108037 h 2190818"/>
                <a:gd name="connsiteX4" fmla="*/ 418232 w 2479226"/>
                <a:gd name="connsiteY4" fmla="*/ 275063 h 2190818"/>
                <a:gd name="connsiteX0" fmla="*/ 418232 w 2479226"/>
                <a:gd name="connsiteY0" fmla="*/ 275063 h 2264371"/>
                <a:gd name="connsiteX1" fmla="*/ 2479226 w 2479226"/>
                <a:gd name="connsiteY1" fmla="*/ 447803 h 2264371"/>
                <a:gd name="connsiteX2" fmla="*/ 2324927 w 2479226"/>
                <a:gd name="connsiteY2" fmla="*/ 1935297 h 2264371"/>
                <a:gd name="connsiteX3" fmla="*/ 678613 w 2479226"/>
                <a:gd name="connsiteY3" fmla="*/ 2108037 h 2264371"/>
                <a:gd name="connsiteX4" fmla="*/ 418232 w 2479226"/>
                <a:gd name="connsiteY4" fmla="*/ 275063 h 2264371"/>
                <a:gd name="connsiteX0" fmla="*/ 418232 w 2540990"/>
                <a:gd name="connsiteY0" fmla="*/ 275063 h 2264371"/>
                <a:gd name="connsiteX1" fmla="*/ 2479226 w 2540990"/>
                <a:gd name="connsiteY1" fmla="*/ 447803 h 2264371"/>
                <a:gd name="connsiteX2" fmla="*/ 2324927 w 2540990"/>
                <a:gd name="connsiteY2" fmla="*/ 1935297 h 2264371"/>
                <a:gd name="connsiteX3" fmla="*/ 678613 w 2540990"/>
                <a:gd name="connsiteY3" fmla="*/ 2108037 h 2264371"/>
                <a:gd name="connsiteX4" fmla="*/ 418232 w 2540990"/>
                <a:gd name="connsiteY4" fmla="*/ 275063 h 2264371"/>
                <a:gd name="connsiteX0" fmla="*/ 418232 w 2687449"/>
                <a:gd name="connsiteY0" fmla="*/ 275063 h 2264371"/>
                <a:gd name="connsiteX1" fmla="*/ 2479226 w 2687449"/>
                <a:gd name="connsiteY1" fmla="*/ 447803 h 2264371"/>
                <a:gd name="connsiteX2" fmla="*/ 2324927 w 2687449"/>
                <a:gd name="connsiteY2" fmla="*/ 1935297 h 2264371"/>
                <a:gd name="connsiteX3" fmla="*/ 678613 w 2687449"/>
                <a:gd name="connsiteY3" fmla="*/ 2108037 h 2264371"/>
                <a:gd name="connsiteX4" fmla="*/ 418232 w 2687449"/>
                <a:gd name="connsiteY4" fmla="*/ 275063 h 226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7449" h="2264371">
                  <a:moveTo>
                    <a:pt x="418232" y="275063"/>
                  </a:moveTo>
                  <a:cubicBezTo>
                    <a:pt x="880210" y="31950"/>
                    <a:pt x="1486844" y="-268741"/>
                    <a:pt x="2479226" y="447803"/>
                  </a:cubicBezTo>
                  <a:cubicBezTo>
                    <a:pt x="2813540" y="1116370"/>
                    <a:pt x="2733176" y="1525839"/>
                    <a:pt x="2324927" y="1935297"/>
                  </a:cubicBezTo>
                  <a:cubicBezTo>
                    <a:pt x="1679722" y="2271173"/>
                    <a:pt x="1468474" y="2386341"/>
                    <a:pt x="678613" y="2108037"/>
                  </a:cubicBezTo>
                  <a:cubicBezTo>
                    <a:pt x="51774" y="1672985"/>
                    <a:pt x="-343621" y="1362682"/>
                    <a:pt x="418232" y="275063"/>
                  </a:cubicBezTo>
                  <a:close/>
                </a:path>
              </a:pathLst>
            </a:custGeom>
            <a:blipFill>
              <a:blip r:embed="rId2"/>
              <a:stretch>
                <a:fillRect l="-199819" t="-142400" r="-4227" b="-20059"/>
              </a:stretch>
            </a:blipFill>
          </p:spPr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8644B3C5-7281-4C7D-B9FE-0F4E8C00BBDB}"/>
                </a:ext>
              </a:extLst>
            </p:cNvPr>
            <p:cNvSpPr/>
            <p:nvPr/>
          </p:nvSpPr>
          <p:spPr>
            <a:xfrm>
              <a:off x="806241" y="166686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02D318B-5EFC-492C-919D-85EB71C5FC47}"/>
              </a:ext>
            </a:extLst>
          </p:cNvPr>
          <p:cNvGrpSpPr/>
          <p:nvPr/>
        </p:nvGrpSpPr>
        <p:grpSpPr>
          <a:xfrm>
            <a:off x="1418472" y="2890370"/>
            <a:ext cx="3632781" cy="2040875"/>
            <a:chOff x="817781" y="3362036"/>
            <a:chExt cx="10755383" cy="2040875"/>
          </a:xfrm>
        </p:grpSpPr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FD173AAB-B023-4A63-A9E0-10F942DD8C40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216C7B2C-FE57-4001-8E26-71E53BB3A58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45727007-8A90-4C25-A8B8-4881C9CA7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7DF2817-D09C-4A06-A9A1-D56D6F152068}"/>
              </a:ext>
            </a:extLst>
          </p:cNvPr>
          <p:cNvCxnSpPr>
            <a:cxnSpLocks/>
          </p:cNvCxnSpPr>
          <p:nvPr/>
        </p:nvCxnSpPr>
        <p:spPr>
          <a:xfrm>
            <a:off x="1476665" y="1944148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01C875F2-2563-4B45-B8E4-A815AFDF0CFF}"/>
              </a:ext>
            </a:extLst>
          </p:cNvPr>
          <p:cNvSpPr txBox="1"/>
          <p:nvPr/>
        </p:nvSpPr>
        <p:spPr>
          <a:xfrm>
            <a:off x="7095156" y="2061743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Validación sustento documentario</a:t>
            </a:r>
            <a:endParaRPr lang="en-US" b="1" dirty="0">
              <a:solidFill>
                <a:schemeClr val="accent1">
                  <a:lumMod val="50000"/>
                  <a:lumOff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39F3EAB7-E0B5-4F76-838B-DD6DC0E30EFE}"/>
              </a:ext>
            </a:extLst>
          </p:cNvPr>
          <p:cNvSpPr txBox="1"/>
          <p:nvPr/>
        </p:nvSpPr>
        <p:spPr>
          <a:xfrm>
            <a:off x="5085569" y="1446338"/>
            <a:ext cx="1845374" cy="64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COORD. IPRESS (Jefe de Calidad)</a:t>
            </a:r>
          </a:p>
          <a:p>
            <a:pPr algn="ctr">
              <a:lnSpc>
                <a:spcPts val="1679"/>
              </a:lnSpc>
            </a:pP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4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C4278336-2CDA-4B6C-91F8-7FC56EFD9111}"/>
              </a:ext>
            </a:extLst>
          </p:cNvPr>
          <p:cNvSpPr txBox="1"/>
          <p:nvPr/>
        </p:nvSpPr>
        <p:spPr>
          <a:xfrm>
            <a:off x="7106503" y="4080235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de plantillas para Resoluciones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117609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052FCA83-F625-4014-A302-9ED8F376DF5D}"/>
              </a:ext>
            </a:extLst>
          </p:cNvPr>
          <p:cNvGrpSpPr/>
          <p:nvPr/>
        </p:nvGrpSpPr>
        <p:grpSpPr>
          <a:xfrm>
            <a:off x="11596192" y="142104"/>
            <a:ext cx="515290" cy="446041"/>
            <a:chOff x="4755488" y="893463"/>
            <a:chExt cx="669752" cy="579745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688BF56-59ED-4108-BFF1-22C04A174BAC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20D08A4-FB9F-49EF-AE0C-A56F44AE81EA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04F3EA4-31D6-46E8-A30B-607FFEC28F76}"/>
              </a:ext>
            </a:extLst>
          </p:cNvPr>
          <p:cNvGrpSpPr/>
          <p:nvPr/>
        </p:nvGrpSpPr>
        <p:grpSpPr>
          <a:xfrm>
            <a:off x="11592037" y="131133"/>
            <a:ext cx="515290" cy="446041"/>
            <a:chOff x="1047750" y="2287318"/>
            <a:chExt cx="669752" cy="579745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DD54104-CDC1-420A-8BC8-69C00744DAB8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6C8C40B-5864-4A57-AE5C-C3B41845C9EE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57A0A993-46D7-48F5-9357-11522D92E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62"/>
            <a:ext cx="12192000" cy="68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10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8663B-9E1B-4E96-A67D-DEC477D4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96D28-6883-45C1-9474-8B538ACD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842B8825-FC6D-4E9D-A962-BD7AF259CE43}"/>
              </a:ext>
            </a:extLst>
          </p:cNvPr>
          <p:cNvGrpSpPr/>
          <p:nvPr/>
        </p:nvGrpSpPr>
        <p:grpSpPr>
          <a:xfrm>
            <a:off x="11592037" y="131133"/>
            <a:ext cx="515290" cy="446041"/>
            <a:chOff x="1047750" y="2287318"/>
            <a:chExt cx="669752" cy="579745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6E34775-1AE6-4F44-A067-E9A905E97A3B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56A62C78-8178-4459-8E2F-B63A0A3B5547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35DD2534-D7CD-4129-ACD9-83F97156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9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89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FE0D790-C512-4AC5-B729-E9295722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9218" y="-235072"/>
            <a:ext cx="12870436" cy="732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77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B114DC9-47BA-4ED4-915E-76AABE125659}"/>
              </a:ext>
            </a:extLst>
          </p:cNvPr>
          <p:cNvGrpSpPr/>
          <p:nvPr/>
        </p:nvGrpSpPr>
        <p:grpSpPr>
          <a:xfrm>
            <a:off x="5530713" y="847901"/>
            <a:ext cx="669752" cy="579745"/>
            <a:chOff x="4755488" y="893463"/>
            <a:chExt cx="669752" cy="579745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DC92492-AD64-4D88-A971-44E82F31704F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5A6683AD-7C48-42AB-8B9C-1A75F31A4C40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D008826-D635-4D83-BC10-010C5E3DBEA5}"/>
              </a:ext>
            </a:extLst>
          </p:cNvPr>
          <p:cNvSpPr/>
          <p:nvPr/>
        </p:nvSpPr>
        <p:spPr>
          <a:xfrm>
            <a:off x="5279979" y="1749678"/>
            <a:ext cx="1496810" cy="4225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763A6F00-C7FA-49EB-8902-D1F9F44B78B5}"/>
              </a:ext>
            </a:extLst>
          </p:cNvPr>
          <p:cNvSpPr txBox="1"/>
          <p:nvPr/>
        </p:nvSpPr>
        <p:spPr>
          <a:xfrm>
            <a:off x="5370021" y="3395381"/>
            <a:ext cx="1316723" cy="640368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Carga documentaria por proceso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99970E5-11CE-4B5C-9602-4B6C78FAABF5}"/>
              </a:ext>
            </a:extLst>
          </p:cNvPr>
          <p:cNvSpPr/>
          <p:nvPr/>
        </p:nvSpPr>
        <p:spPr>
          <a:xfrm>
            <a:off x="1202013" y="1749677"/>
            <a:ext cx="3945646" cy="424275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2049A-30C8-42DF-A0A7-2F74E351433E}"/>
              </a:ext>
            </a:extLst>
          </p:cNvPr>
          <p:cNvSpPr/>
          <p:nvPr/>
        </p:nvSpPr>
        <p:spPr>
          <a:xfrm>
            <a:off x="6939191" y="1749678"/>
            <a:ext cx="3945646" cy="4242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51C73956-3106-4C9C-AA98-9F17B4620AE7}"/>
              </a:ext>
            </a:extLst>
          </p:cNvPr>
          <p:cNvSpPr txBox="1"/>
          <p:nvPr/>
        </p:nvSpPr>
        <p:spPr>
          <a:xfrm>
            <a:off x="7216832" y="1442497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AUTOEV.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3057B5DA-6287-4352-B58A-0DC551B69A70}"/>
              </a:ext>
            </a:extLst>
          </p:cNvPr>
          <p:cNvSpPr txBox="1"/>
          <p:nvPr/>
        </p:nvSpPr>
        <p:spPr>
          <a:xfrm>
            <a:off x="9127156" y="1432022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RED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2" name="TextBox 13">
            <a:extLst>
              <a:ext uri="{FF2B5EF4-FFF2-40B4-BE49-F238E27FC236}">
                <a16:creationId xmlns:a16="http://schemas.microsoft.com/office/drawing/2014/main" id="{50A127CD-4AFD-40CB-A7F7-AF0292DC0011}"/>
              </a:ext>
            </a:extLst>
          </p:cNvPr>
          <p:cNvSpPr txBox="1"/>
          <p:nvPr/>
        </p:nvSpPr>
        <p:spPr>
          <a:xfrm>
            <a:off x="9037972" y="409912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 de avance en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7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AA559AF0-5FEB-40A6-83CD-8C9456F221B9}"/>
              </a:ext>
            </a:extLst>
          </p:cNvPr>
          <p:cNvSpPr txBox="1"/>
          <p:nvPr/>
        </p:nvSpPr>
        <p:spPr>
          <a:xfrm>
            <a:off x="7095156" y="3058735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Guía en linea de sustentación de criterios</a:t>
            </a:r>
            <a:endParaRPr lang="en-US" b="1" u="sng" dirty="0">
              <a:solidFill>
                <a:schemeClr val="accent1">
                  <a:lumMod val="50000"/>
                  <a:lumOff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8" name="TextBox 13">
            <a:extLst>
              <a:ext uri="{FF2B5EF4-FFF2-40B4-BE49-F238E27FC236}">
                <a16:creationId xmlns:a16="http://schemas.microsoft.com/office/drawing/2014/main" id="{709A89C7-CB56-472A-A950-676E6557B41B}"/>
              </a:ext>
            </a:extLst>
          </p:cNvPr>
          <p:cNvSpPr txBox="1"/>
          <p:nvPr/>
        </p:nvSpPr>
        <p:spPr>
          <a:xfrm>
            <a:off x="7081188" y="5115694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rápido de baja puntuación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9" name="TextBox 13">
            <a:extLst>
              <a:ext uri="{FF2B5EF4-FFF2-40B4-BE49-F238E27FC236}">
                <a16:creationId xmlns:a16="http://schemas.microsoft.com/office/drawing/2014/main" id="{8FF9BE29-EF02-40B8-B3B5-05F56CE49494}"/>
              </a:ext>
            </a:extLst>
          </p:cNvPr>
          <p:cNvSpPr txBox="1"/>
          <p:nvPr/>
        </p:nvSpPr>
        <p:spPr>
          <a:xfrm>
            <a:off x="9051939" y="2066438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múltiple en documentos nivel I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0" name="TextBox 13">
            <a:extLst>
              <a:ext uri="{FF2B5EF4-FFF2-40B4-BE49-F238E27FC236}">
                <a16:creationId xmlns:a16="http://schemas.microsoft.com/office/drawing/2014/main" id="{04B45D3E-7A75-418D-93F0-638924099610}"/>
              </a:ext>
            </a:extLst>
          </p:cNvPr>
          <p:cNvSpPr txBox="1"/>
          <p:nvPr/>
        </p:nvSpPr>
        <p:spPr>
          <a:xfrm>
            <a:off x="9037972" y="511569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rendimiento por Ipress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1" name="TextBox 13">
            <a:extLst>
              <a:ext uri="{FF2B5EF4-FFF2-40B4-BE49-F238E27FC236}">
                <a16:creationId xmlns:a16="http://schemas.microsoft.com/office/drawing/2014/main" id="{D3BA61AB-F753-4B03-9184-ED1D8AC12BA1}"/>
              </a:ext>
            </a:extLst>
          </p:cNvPr>
          <p:cNvSpPr txBox="1"/>
          <p:nvPr/>
        </p:nvSpPr>
        <p:spPr>
          <a:xfrm>
            <a:off x="9051939" y="307739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Alertas de seguimiento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68515A3-FEED-41E9-8EF7-F623B50A257E}"/>
              </a:ext>
            </a:extLst>
          </p:cNvPr>
          <p:cNvGrpSpPr/>
          <p:nvPr/>
        </p:nvGrpSpPr>
        <p:grpSpPr>
          <a:xfrm>
            <a:off x="7048310" y="2889751"/>
            <a:ext cx="3632781" cy="2040875"/>
            <a:chOff x="817781" y="3362036"/>
            <a:chExt cx="10755383" cy="2040875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D299F5F2-BB05-42EC-A45F-9D1A038264E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58B3BA6-9A67-45FA-9398-BC20316B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57DFFA29-C1F7-434C-8ACC-5F58AEFAE264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Rectángulo: esquinas redondeadas 341">
            <a:extLst>
              <a:ext uri="{FF2B5EF4-FFF2-40B4-BE49-F238E27FC236}">
                <a16:creationId xmlns:a16="http://schemas.microsoft.com/office/drawing/2014/main" id="{6B253643-43D6-433D-9205-DABC5F3006E7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FUNCIONALIDADES SEGÚN ROL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9BA85029-0195-4871-A9CB-B8920C7EF3A7}"/>
              </a:ext>
            </a:extLst>
          </p:cNvPr>
          <p:cNvCxnSpPr>
            <a:cxnSpLocks/>
          </p:cNvCxnSpPr>
          <p:nvPr/>
        </p:nvCxnSpPr>
        <p:spPr>
          <a:xfrm>
            <a:off x="7106503" y="1943529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601B70-E2AF-4F86-9260-E9DFD67A45C4}"/>
              </a:ext>
            </a:extLst>
          </p:cNvPr>
          <p:cNvGrpSpPr/>
          <p:nvPr/>
        </p:nvGrpSpPr>
        <p:grpSpPr>
          <a:xfrm>
            <a:off x="7508415" y="847901"/>
            <a:ext cx="669752" cy="579745"/>
            <a:chOff x="1047750" y="2287318"/>
            <a:chExt cx="669752" cy="579745"/>
          </a:xfrm>
        </p:grpSpPr>
        <p:sp>
          <p:nvSpPr>
            <p:cNvPr id="353" name="Freeform 9">
              <a:extLst>
                <a:ext uri="{FF2B5EF4-FFF2-40B4-BE49-F238E27FC236}">
                  <a16:creationId xmlns:a16="http://schemas.microsoft.com/office/drawing/2014/main" id="{531E2E0A-DCD2-42F1-B64F-77ED8056B707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97569DB-D810-4B3F-A86E-42BF22F63DF3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6B1FF07-4A14-4B63-9582-F7ECFEC5C57C}"/>
              </a:ext>
            </a:extLst>
          </p:cNvPr>
          <p:cNvGrpSpPr/>
          <p:nvPr/>
        </p:nvGrpSpPr>
        <p:grpSpPr>
          <a:xfrm>
            <a:off x="9369906" y="862160"/>
            <a:ext cx="672274" cy="569342"/>
            <a:chOff x="968717" y="2728528"/>
            <a:chExt cx="672274" cy="569342"/>
          </a:xfrm>
        </p:grpSpPr>
        <p:sp>
          <p:nvSpPr>
            <p:cNvPr id="351" name="Freeform 27">
              <a:extLst>
                <a:ext uri="{FF2B5EF4-FFF2-40B4-BE49-F238E27FC236}">
                  <a16:creationId xmlns:a16="http://schemas.microsoft.com/office/drawing/2014/main" id="{55D7DA97-B5DE-4B3A-9E6B-7BEB373AAE4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2"/>
              <a:stretch>
                <a:fillRect l="-7920" t="-19093" r="-196126" b="-143366"/>
              </a:stretch>
            </a:blipFill>
          </p:spPr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2E62FBC0-B6BE-42ED-91D2-6B25531E4FE4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1" name="Rectángulo 360">
            <a:extLst>
              <a:ext uri="{FF2B5EF4-FFF2-40B4-BE49-F238E27FC236}">
                <a16:creationId xmlns:a16="http://schemas.microsoft.com/office/drawing/2014/main" id="{3DB9DEAE-EB83-4D49-94C2-AE99C0341418}"/>
              </a:ext>
            </a:extLst>
          </p:cNvPr>
          <p:cNvSpPr/>
          <p:nvPr/>
        </p:nvSpPr>
        <p:spPr>
          <a:xfrm flipH="1">
            <a:off x="1202013" y="6042631"/>
            <a:ext cx="9682824" cy="6769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                </a:t>
            </a:r>
            <a:endParaRPr lang="es-PE"/>
          </a:p>
        </p:txBody>
      </p:sp>
      <p:sp>
        <p:nvSpPr>
          <p:cNvPr id="362" name="TextBox 13">
            <a:extLst>
              <a:ext uri="{FF2B5EF4-FFF2-40B4-BE49-F238E27FC236}">
                <a16:creationId xmlns:a16="http://schemas.microsoft.com/office/drawing/2014/main" id="{77A7C5C9-A603-476A-8DEF-D9D384922414}"/>
              </a:ext>
            </a:extLst>
          </p:cNvPr>
          <p:cNvSpPr txBox="1"/>
          <p:nvPr/>
        </p:nvSpPr>
        <p:spPr>
          <a:xfrm>
            <a:off x="74843" y="6515195"/>
            <a:ext cx="2055384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ADMIN SIST.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511C727-0FD9-42A8-952F-19EED611416E}"/>
              </a:ext>
            </a:extLst>
          </p:cNvPr>
          <p:cNvGrpSpPr/>
          <p:nvPr/>
        </p:nvGrpSpPr>
        <p:grpSpPr>
          <a:xfrm>
            <a:off x="263047" y="5872338"/>
            <a:ext cx="677617" cy="575338"/>
            <a:chOff x="9742173" y="1021676"/>
            <a:chExt cx="677617" cy="575338"/>
          </a:xfrm>
        </p:grpSpPr>
        <p:sp>
          <p:nvSpPr>
            <p:cNvPr id="366" name="Freeform 8">
              <a:extLst>
                <a:ext uri="{FF2B5EF4-FFF2-40B4-BE49-F238E27FC236}">
                  <a16:creationId xmlns:a16="http://schemas.microsoft.com/office/drawing/2014/main" id="{8230747A-ED49-4EA2-BB3E-FE058AF16550}"/>
                </a:ext>
              </a:extLst>
            </p:cNvPr>
            <p:cNvSpPr/>
            <p:nvPr/>
          </p:nvSpPr>
          <p:spPr>
            <a:xfrm>
              <a:off x="9742173" y="1021676"/>
              <a:ext cx="677617" cy="575338"/>
            </a:xfrm>
            <a:custGeom>
              <a:avLst/>
              <a:gdLst>
                <a:gd name="connsiteX0" fmla="*/ 0 w 1989836"/>
                <a:gd name="connsiteY0" fmla="*/ 144333 h 2197642"/>
                <a:gd name="connsiteX1" fmla="*/ 1989836 w 1989836"/>
                <a:gd name="connsiteY1" fmla="*/ 0 h 2197642"/>
                <a:gd name="connsiteX2" fmla="*/ 1989836 w 1989836"/>
                <a:gd name="connsiteY2" fmla="*/ 2197642 h 2197642"/>
                <a:gd name="connsiteX3" fmla="*/ 92783 w 1989836"/>
                <a:gd name="connsiteY3" fmla="*/ 2197642 h 2197642"/>
                <a:gd name="connsiteX4" fmla="*/ 0 w 1989836"/>
                <a:gd name="connsiteY4" fmla="*/ 144333 h 2197642"/>
                <a:gd name="connsiteX0" fmla="*/ 0 w 1989836"/>
                <a:gd name="connsiteY0" fmla="*/ 285259 h 2338568"/>
                <a:gd name="connsiteX1" fmla="*/ 1989836 w 1989836"/>
                <a:gd name="connsiteY1" fmla="*/ 140926 h 2338568"/>
                <a:gd name="connsiteX2" fmla="*/ 1989836 w 1989836"/>
                <a:gd name="connsiteY2" fmla="*/ 2338568 h 2338568"/>
                <a:gd name="connsiteX3" fmla="*/ 92783 w 1989836"/>
                <a:gd name="connsiteY3" fmla="*/ 2338568 h 2338568"/>
                <a:gd name="connsiteX4" fmla="*/ 0 w 1989836"/>
                <a:gd name="connsiteY4" fmla="*/ 285259 h 2338568"/>
                <a:gd name="connsiteX0" fmla="*/ 400502 w 2390338"/>
                <a:gd name="connsiteY0" fmla="*/ 285259 h 2338568"/>
                <a:gd name="connsiteX1" fmla="*/ 2390338 w 2390338"/>
                <a:gd name="connsiteY1" fmla="*/ 140926 h 2338568"/>
                <a:gd name="connsiteX2" fmla="*/ 2390338 w 2390338"/>
                <a:gd name="connsiteY2" fmla="*/ 2338568 h 2338568"/>
                <a:gd name="connsiteX3" fmla="*/ 493285 w 2390338"/>
                <a:gd name="connsiteY3" fmla="*/ 2338568 h 2338568"/>
                <a:gd name="connsiteX4" fmla="*/ 400502 w 2390338"/>
                <a:gd name="connsiteY4" fmla="*/ 285259 h 2338568"/>
                <a:gd name="connsiteX0" fmla="*/ 336224 w 2326060"/>
                <a:gd name="connsiteY0" fmla="*/ 285259 h 2338568"/>
                <a:gd name="connsiteX1" fmla="*/ 2326060 w 2326060"/>
                <a:gd name="connsiteY1" fmla="*/ 140926 h 2338568"/>
                <a:gd name="connsiteX2" fmla="*/ 2326060 w 2326060"/>
                <a:gd name="connsiteY2" fmla="*/ 2338568 h 2338568"/>
                <a:gd name="connsiteX3" fmla="*/ 748598 w 2326060"/>
                <a:gd name="connsiteY3" fmla="*/ 2338568 h 2338568"/>
                <a:gd name="connsiteX4" fmla="*/ 336224 w 2326060"/>
                <a:gd name="connsiteY4" fmla="*/ 285259 h 2338568"/>
                <a:gd name="connsiteX0" fmla="*/ 409421 w 2399257"/>
                <a:gd name="connsiteY0" fmla="*/ 285259 h 2338568"/>
                <a:gd name="connsiteX1" fmla="*/ 2399257 w 2399257"/>
                <a:gd name="connsiteY1" fmla="*/ 140926 h 2338568"/>
                <a:gd name="connsiteX2" fmla="*/ 2399257 w 2399257"/>
                <a:gd name="connsiteY2" fmla="*/ 2338568 h 2338568"/>
                <a:gd name="connsiteX3" fmla="*/ 821795 w 2399257"/>
                <a:gd name="connsiteY3" fmla="*/ 2338568 h 2338568"/>
                <a:gd name="connsiteX4" fmla="*/ 409421 w 2399257"/>
                <a:gd name="connsiteY4" fmla="*/ 285259 h 2338568"/>
                <a:gd name="connsiteX0" fmla="*/ 409421 w 2399257"/>
                <a:gd name="connsiteY0" fmla="*/ 285259 h 2407297"/>
                <a:gd name="connsiteX1" fmla="*/ 2399257 w 2399257"/>
                <a:gd name="connsiteY1" fmla="*/ 140926 h 2407297"/>
                <a:gd name="connsiteX2" fmla="*/ 2399257 w 2399257"/>
                <a:gd name="connsiteY2" fmla="*/ 2338568 h 2407297"/>
                <a:gd name="connsiteX3" fmla="*/ 821795 w 2399257"/>
                <a:gd name="connsiteY3" fmla="*/ 2338568 h 2407297"/>
                <a:gd name="connsiteX4" fmla="*/ 409421 w 2399257"/>
                <a:gd name="connsiteY4" fmla="*/ 285259 h 2407297"/>
                <a:gd name="connsiteX0" fmla="*/ 409421 w 2543586"/>
                <a:gd name="connsiteY0" fmla="*/ 285259 h 2369566"/>
                <a:gd name="connsiteX1" fmla="*/ 2399257 w 2543586"/>
                <a:gd name="connsiteY1" fmla="*/ 140926 h 2369566"/>
                <a:gd name="connsiteX2" fmla="*/ 2543586 w 2543586"/>
                <a:gd name="connsiteY2" fmla="*/ 2018977 h 2369566"/>
                <a:gd name="connsiteX3" fmla="*/ 821795 w 2543586"/>
                <a:gd name="connsiteY3" fmla="*/ 2338568 h 2369566"/>
                <a:gd name="connsiteX4" fmla="*/ 409421 w 2543586"/>
                <a:gd name="connsiteY4" fmla="*/ 285259 h 2369566"/>
                <a:gd name="connsiteX0" fmla="*/ 409421 w 2543586"/>
                <a:gd name="connsiteY0" fmla="*/ 285259 h 2420674"/>
                <a:gd name="connsiteX1" fmla="*/ 2399257 w 2543586"/>
                <a:gd name="connsiteY1" fmla="*/ 140926 h 2420674"/>
                <a:gd name="connsiteX2" fmla="*/ 2543586 w 2543586"/>
                <a:gd name="connsiteY2" fmla="*/ 2018977 h 2420674"/>
                <a:gd name="connsiteX3" fmla="*/ 821795 w 2543586"/>
                <a:gd name="connsiteY3" fmla="*/ 2338568 h 2420674"/>
                <a:gd name="connsiteX4" fmla="*/ 409421 w 2543586"/>
                <a:gd name="connsiteY4" fmla="*/ 285259 h 2420674"/>
                <a:gd name="connsiteX0" fmla="*/ 409421 w 2877749"/>
                <a:gd name="connsiteY0" fmla="*/ 285259 h 2420674"/>
                <a:gd name="connsiteX1" fmla="*/ 2399257 w 2877749"/>
                <a:gd name="connsiteY1" fmla="*/ 140926 h 2420674"/>
                <a:gd name="connsiteX2" fmla="*/ 2543586 w 2877749"/>
                <a:gd name="connsiteY2" fmla="*/ 2018977 h 2420674"/>
                <a:gd name="connsiteX3" fmla="*/ 821795 w 2877749"/>
                <a:gd name="connsiteY3" fmla="*/ 2338568 h 2420674"/>
                <a:gd name="connsiteX4" fmla="*/ 409421 w 2877749"/>
                <a:gd name="connsiteY4" fmla="*/ 285259 h 2420674"/>
                <a:gd name="connsiteX0" fmla="*/ 409421 w 2887243"/>
                <a:gd name="connsiteY0" fmla="*/ 252395 h 2387810"/>
                <a:gd name="connsiteX1" fmla="*/ 2440494 w 2887243"/>
                <a:gd name="connsiteY1" fmla="*/ 221466 h 2387810"/>
                <a:gd name="connsiteX2" fmla="*/ 2543586 w 2887243"/>
                <a:gd name="connsiteY2" fmla="*/ 1986113 h 2387810"/>
                <a:gd name="connsiteX3" fmla="*/ 821795 w 2887243"/>
                <a:gd name="connsiteY3" fmla="*/ 2305704 h 2387810"/>
                <a:gd name="connsiteX4" fmla="*/ 409421 w 2887243"/>
                <a:gd name="connsiteY4" fmla="*/ 252395 h 2387810"/>
                <a:gd name="connsiteX0" fmla="*/ 409421 w 2933663"/>
                <a:gd name="connsiteY0" fmla="*/ 252395 h 2387810"/>
                <a:gd name="connsiteX1" fmla="*/ 2440494 w 2933663"/>
                <a:gd name="connsiteY1" fmla="*/ 221466 h 2387810"/>
                <a:gd name="connsiteX2" fmla="*/ 2543586 w 2933663"/>
                <a:gd name="connsiteY2" fmla="*/ 1986113 h 2387810"/>
                <a:gd name="connsiteX3" fmla="*/ 821795 w 2933663"/>
                <a:gd name="connsiteY3" fmla="*/ 2305704 h 2387810"/>
                <a:gd name="connsiteX4" fmla="*/ 409421 w 2933663"/>
                <a:gd name="connsiteY4" fmla="*/ 252395 h 2387810"/>
                <a:gd name="connsiteX0" fmla="*/ 409421 w 2933663"/>
                <a:gd name="connsiteY0" fmla="*/ 355443 h 2490858"/>
                <a:gd name="connsiteX1" fmla="*/ 2440494 w 2933663"/>
                <a:gd name="connsiteY1" fmla="*/ 324514 h 2490858"/>
                <a:gd name="connsiteX2" fmla="*/ 2543586 w 2933663"/>
                <a:gd name="connsiteY2" fmla="*/ 2089161 h 2490858"/>
                <a:gd name="connsiteX3" fmla="*/ 821795 w 2933663"/>
                <a:gd name="connsiteY3" fmla="*/ 2408752 h 2490858"/>
                <a:gd name="connsiteX4" fmla="*/ 409421 w 2933663"/>
                <a:gd name="connsiteY4" fmla="*/ 355443 h 249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3663" h="2490858">
                  <a:moveTo>
                    <a:pt x="409421" y="355443"/>
                  </a:moveTo>
                  <a:cubicBezTo>
                    <a:pt x="1196412" y="-218443"/>
                    <a:pt x="1725666" y="1489"/>
                    <a:pt x="2440494" y="324514"/>
                  </a:cubicBezTo>
                  <a:cubicBezTo>
                    <a:pt x="2694789" y="589705"/>
                    <a:pt x="3351150" y="1215721"/>
                    <a:pt x="2543586" y="2089161"/>
                  </a:cubicBezTo>
                  <a:cubicBezTo>
                    <a:pt x="2007457" y="2522151"/>
                    <a:pt x="1595040" y="2563393"/>
                    <a:pt x="821795" y="2408752"/>
                  </a:cubicBezTo>
                  <a:cubicBezTo>
                    <a:pt x="378492" y="2074835"/>
                    <a:pt x="-528726" y="1503798"/>
                    <a:pt x="409421" y="355443"/>
                  </a:cubicBezTo>
                  <a:close/>
                </a:path>
              </a:pathLst>
            </a:custGeom>
            <a:blipFill>
              <a:blip r:embed="rId2"/>
              <a:stretch>
                <a:fillRect l="-192075" t="-15044" r="-11971" b="-147416"/>
              </a:stretch>
            </a:blipFill>
          </p:spPr>
        </p:sp>
        <p:sp>
          <p:nvSpPr>
            <p:cNvPr id="365" name="Elipse 364">
              <a:extLst>
                <a:ext uri="{FF2B5EF4-FFF2-40B4-BE49-F238E27FC236}">
                  <a16:creationId xmlns:a16="http://schemas.microsoft.com/office/drawing/2014/main" id="{06141503-6256-4BEC-AFC8-BCC127BBAE2B}"/>
                </a:ext>
              </a:extLst>
            </p:cNvPr>
            <p:cNvSpPr/>
            <p:nvPr/>
          </p:nvSpPr>
          <p:spPr>
            <a:xfrm>
              <a:off x="9742386" y="1028400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7" name="TextBox 13">
            <a:extLst>
              <a:ext uri="{FF2B5EF4-FFF2-40B4-BE49-F238E27FC236}">
                <a16:creationId xmlns:a16="http://schemas.microsoft.com/office/drawing/2014/main" id="{7931D729-C08A-41A5-8C21-6B989C8BCA9D}"/>
              </a:ext>
            </a:extLst>
          </p:cNvPr>
          <p:cNvSpPr txBox="1"/>
          <p:nvPr/>
        </p:nvSpPr>
        <p:spPr>
          <a:xfrm>
            <a:off x="3525905" y="6275845"/>
            <a:ext cx="2453458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Admin. de usuarios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8" name="TextBox 13">
            <a:extLst>
              <a:ext uri="{FF2B5EF4-FFF2-40B4-BE49-F238E27FC236}">
                <a16:creationId xmlns:a16="http://schemas.microsoft.com/office/drawing/2014/main" id="{7EDBE96F-20C0-4525-A29D-D34F558AAAD3}"/>
              </a:ext>
            </a:extLst>
          </p:cNvPr>
          <p:cNvSpPr txBox="1"/>
          <p:nvPr/>
        </p:nvSpPr>
        <p:spPr>
          <a:xfrm>
            <a:off x="6195065" y="6272094"/>
            <a:ext cx="2055384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Adm. de parámetros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3" name="TextBox 13">
            <a:extLst>
              <a:ext uri="{FF2B5EF4-FFF2-40B4-BE49-F238E27FC236}">
                <a16:creationId xmlns:a16="http://schemas.microsoft.com/office/drawing/2014/main" id="{7B6E0082-67D4-4397-8655-EE29C35A9C05}"/>
              </a:ext>
            </a:extLst>
          </p:cNvPr>
          <p:cNvSpPr txBox="1"/>
          <p:nvPr/>
        </p:nvSpPr>
        <p:spPr>
          <a:xfrm>
            <a:off x="1081912" y="1459952"/>
            <a:ext cx="2460397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GERENCIA/ DIR.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6F9D5E10-22F2-46CA-BBCC-577828F3DB4F}"/>
              </a:ext>
            </a:extLst>
          </p:cNvPr>
          <p:cNvSpPr txBox="1"/>
          <p:nvPr/>
        </p:nvSpPr>
        <p:spPr>
          <a:xfrm>
            <a:off x="1371155" y="4109565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 cumplimiento de meta GAMCC 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D768F732-9C63-4EC9-86E2-316B84AE3F4F}"/>
              </a:ext>
            </a:extLst>
          </p:cNvPr>
          <p:cNvSpPr txBox="1"/>
          <p:nvPr/>
        </p:nvSpPr>
        <p:spPr>
          <a:xfrm>
            <a:off x="1371155" y="5130740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Ajustar recursos según demanda evaluada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60CA4369-5363-4A7E-ABA1-F68CFBD3900D}"/>
              </a:ext>
            </a:extLst>
          </p:cNvPr>
          <p:cNvSpPr txBox="1"/>
          <p:nvPr/>
        </p:nvSpPr>
        <p:spPr>
          <a:xfrm>
            <a:off x="1371155" y="309586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Trazabilidad del proceso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9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2ED03036-CD35-435A-A411-3F7D94E6A04E}"/>
              </a:ext>
            </a:extLst>
          </p:cNvPr>
          <p:cNvSpPr txBox="1"/>
          <p:nvPr/>
        </p:nvSpPr>
        <p:spPr>
          <a:xfrm>
            <a:off x="1371153" y="2063826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del avance a nivel nacional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EF8045-553F-4ED4-9700-7F6DE7FBFCE4}"/>
              </a:ext>
            </a:extLst>
          </p:cNvPr>
          <p:cNvGrpSpPr/>
          <p:nvPr/>
        </p:nvGrpSpPr>
        <p:grpSpPr>
          <a:xfrm>
            <a:off x="1795351" y="854320"/>
            <a:ext cx="669752" cy="570120"/>
            <a:chOff x="943863" y="3108784"/>
            <a:chExt cx="669752" cy="570120"/>
          </a:xfrm>
        </p:grpSpPr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1A1F351E-9F09-4AA7-80FF-21D4097BB515}"/>
                </a:ext>
              </a:extLst>
            </p:cNvPr>
            <p:cNvSpPr/>
            <p:nvPr/>
          </p:nvSpPr>
          <p:spPr>
            <a:xfrm>
              <a:off x="947623" y="3108784"/>
              <a:ext cx="664316" cy="569648"/>
            </a:xfrm>
            <a:custGeom>
              <a:avLst/>
              <a:gdLst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2028697"/>
                <a:gd name="connsiteY0" fmla="*/ 0 h 2197642"/>
                <a:gd name="connsiteX1" fmla="*/ 1918188 w 2028697"/>
                <a:gd name="connsiteY1" fmla="*/ 507248 h 2197642"/>
                <a:gd name="connsiteX2" fmla="*/ 1897053 w 2028697"/>
                <a:gd name="connsiteY2" fmla="*/ 2197642 h 2197642"/>
                <a:gd name="connsiteX3" fmla="*/ 0 w 2028697"/>
                <a:gd name="connsiteY3" fmla="*/ 2197642 h 2197642"/>
                <a:gd name="connsiteX4" fmla="*/ 0 w 2028697"/>
                <a:gd name="connsiteY4" fmla="*/ 0 h 2197642"/>
                <a:gd name="connsiteX0" fmla="*/ 0 w 1981450"/>
                <a:gd name="connsiteY0" fmla="*/ 0 h 2197642"/>
                <a:gd name="connsiteX1" fmla="*/ 1918188 w 1981450"/>
                <a:gd name="connsiteY1" fmla="*/ 507248 h 2197642"/>
                <a:gd name="connsiteX2" fmla="*/ 1558887 w 1981450"/>
                <a:gd name="connsiteY2" fmla="*/ 1817206 h 2197642"/>
                <a:gd name="connsiteX3" fmla="*/ 0 w 1981450"/>
                <a:gd name="connsiteY3" fmla="*/ 2197642 h 2197642"/>
                <a:gd name="connsiteX4" fmla="*/ 0 w 1981450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1855416"/>
                <a:gd name="connsiteX1" fmla="*/ 1918188 w 2051396"/>
                <a:gd name="connsiteY1" fmla="*/ 507248 h 1855416"/>
                <a:gd name="connsiteX2" fmla="*/ 1558887 w 2051396"/>
                <a:gd name="connsiteY2" fmla="*/ 1817206 h 1855416"/>
                <a:gd name="connsiteX3" fmla="*/ 105677 w 2051396"/>
                <a:gd name="connsiteY3" fmla="*/ 1658691 h 1855416"/>
                <a:gd name="connsiteX4" fmla="*/ 0 w 2051396"/>
                <a:gd name="connsiteY4" fmla="*/ 0 h 1855416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30261"/>
                <a:gd name="connsiteY0" fmla="*/ 191417 h 1697740"/>
                <a:gd name="connsiteX1" fmla="*/ 1897053 w 2030261"/>
                <a:gd name="connsiteY1" fmla="*/ 275958 h 1697740"/>
                <a:gd name="connsiteX2" fmla="*/ 1537752 w 2030261"/>
                <a:gd name="connsiteY2" fmla="*/ 1585916 h 1697740"/>
                <a:gd name="connsiteX3" fmla="*/ 84542 w 2030261"/>
                <a:gd name="connsiteY3" fmla="*/ 1427401 h 1697740"/>
                <a:gd name="connsiteX4" fmla="*/ 0 w 2030261"/>
                <a:gd name="connsiteY4" fmla="*/ 191417 h 1697740"/>
                <a:gd name="connsiteX0" fmla="*/ 0 w 2030261"/>
                <a:gd name="connsiteY0" fmla="*/ 389693 h 1896016"/>
                <a:gd name="connsiteX1" fmla="*/ 1897053 w 2030261"/>
                <a:gd name="connsiteY1" fmla="*/ 474234 h 1896016"/>
                <a:gd name="connsiteX2" fmla="*/ 1537752 w 2030261"/>
                <a:gd name="connsiteY2" fmla="*/ 1784192 h 1896016"/>
                <a:gd name="connsiteX3" fmla="*/ 84542 w 2030261"/>
                <a:gd name="connsiteY3" fmla="*/ 1625677 h 1896016"/>
                <a:gd name="connsiteX4" fmla="*/ 0 w 2030261"/>
                <a:gd name="connsiteY4" fmla="*/ 389693 h 1896016"/>
                <a:gd name="connsiteX0" fmla="*/ 165717 w 2195978"/>
                <a:gd name="connsiteY0" fmla="*/ 389693 h 1896016"/>
                <a:gd name="connsiteX1" fmla="*/ 2062770 w 2195978"/>
                <a:gd name="connsiteY1" fmla="*/ 474234 h 1896016"/>
                <a:gd name="connsiteX2" fmla="*/ 1703469 w 2195978"/>
                <a:gd name="connsiteY2" fmla="*/ 1784192 h 1896016"/>
                <a:gd name="connsiteX3" fmla="*/ 250259 w 2195978"/>
                <a:gd name="connsiteY3" fmla="*/ 1625677 h 1896016"/>
                <a:gd name="connsiteX4" fmla="*/ 165717 w 2195978"/>
                <a:gd name="connsiteY4" fmla="*/ 389693 h 1896016"/>
                <a:gd name="connsiteX0" fmla="*/ 180845 w 2211106"/>
                <a:gd name="connsiteY0" fmla="*/ 389693 h 1896016"/>
                <a:gd name="connsiteX1" fmla="*/ 2077898 w 2211106"/>
                <a:gd name="connsiteY1" fmla="*/ 474234 h 1896016"/>
                <a:gd name="connsiteX2" fmla="*/ 1718597 w 2211106"/>
                <a:gd name="connsiteY2" fmla="*/ 1784192 h 1896016"/>
                <a:gd name="connsiteX3" fmla="*/ 265387 w 2211106"/>
                <a:gd name="connsiteY3" fmla="*/ 1625677 h 1896016"/>
                <a:gd name="connsiteX4" fmla="*/ 180845 w 2211106"/>
                <a:gd name="connsiteY4" fmla="*/ 389693 h 189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1106" h="1896016">
                  <a:moveTo>
                    <a:pt x="180845" y="389693"/>
                  </a:moveTo>
                  <a:cubicBezTo>
                    <a:pt x="788537" y="-106988"/>
                    <a:pt x="1554747" y="-180961"/>
                    <a:pt x="2077898" y="474234"/>
                  </a:cubicBezTo>
                  <a:cubicBezTo>
                    <a:pt x="2335043" y="1143375"/>
                    <a:pt x="2222323" y="1315836"/>
                    <a:pt x="1718597" y="1784192"/>
                  </a:cubicBezTo>
                  <a:cubicBezTo>
                    <a:pt x="1072156" y="1953275"/>
                    <a:pt x="890692" y="1953275"/>
                    <a:pt x="265387" y="1625677"/>
                  </a:cubicBezTo>
                  <a:cubicBezTo>
                    <a:pt x="163232" y="1520143"/>
                    <a:pt x="-224247" y="1108151"/>
                    <a:pt x="180845" y="389693"/>
                  </a:cubicBezTo>
                  <a:close/>
                </a:path>
              </a:pathLst>
            </a:custGeom>
            <a:blipFill>
              <a:blip r:embed="rId2"/>
              <a:stretch>
                <a:fillRect l="-97708" t="-17477" r="-106338" b="-144983"/>
              </a:stretch>
            </a:blipFill>
          </p:spPr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0438A3C-1EB2-4B87-B3B9-9A547FEAA3F9}"/>
                </a:ext>
              </a:extLst>
            </p:cNvPr>
            <p:cNvSpPr/>
            <p:nvPr/>
          </p:nvSpPr>
          <p:spPr>
            <a:xfrm>
              <a:off x="943863" y="31134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4" name="TextBox 13">
            <a:extLst>
              <a:ext uri="{FF2B5EF4-FFF2-40B4-BE49-F238E27FC236}">
                <a16:creationId xmlns:a16="http://schemas.microsoft.com/office/drawing/2014/main" id="{EF2E5226-39BB-46BB-88B1-D467FB54A3F8}"/>
              </a:ext>
            </a:extLst>
          </p:cNvPr>
          <p:cNvSpPr txBox="1"/>
          <p:nvPr/>
        </p:nvSpPr>
        <p:spPr>
          <a:xfrm>
            <a:off x="3451867" y="4087291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Medición y análisis histórico 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2643A7FD-C5C0-43D6-A174-1074623D2A37}"/>
              </a:ext>
            </a:extLst>
          </p:cNvPr>
          <p:cNvSpPr txBox="1"/>
          <p:nvPr/>
        </p:nvSpPr>
        <p:spPr>
          <a:xfrm>
            <a:off x="3451867" y="2069237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Documentación centralizada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E4D74B9A-E64E-43B7-AB9F-DFEE9459DCA5}"/>
              </a:ext>
            </a:extLst>
          </p:cNvPr>
          <p:cNvSpPr txBox="1"/>
          <p:nvPr/>
        </p:nvSpPr>
        <p:spPr>
          <a:xfrm>
            <a:off x="3616358" y="1442496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GESTOR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96F34E21-A22A-4ACE-B24E-4B392AC92A2E}"/>
              </a:ext>
            </a:extLst>
          </p:cNvPr>
          <p:cNvSpPr txBox="1"/>
          <p:nvPr/>
        </p:nvSpPr>
        <p:spPr>
          <a:xfrm>
            <a:off x="3464631" y="3087393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sobre resultados del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9" name="TextBox 13">
            <a:extLst>
              <a:ext uri="{FF2B5EF4-FFF2-40B4-BE49-F238E27FC236}">
                <a16:creationId xmlns:a16="http://schemas.microsoft.com/office/drawing/2014/main" id="{A3D9BF61-473A-4E9E-B836-8AB89E11B834}"/>
              </a:ext>
            </a:extLst>
          </p:cNvPr>
          <p:cNvSpPr txBox="1"/>
          <p:nvPr/>
        </p:nvSpPr>
        <p:spPr>
          <a:xfrm>
            <a:off x="3464631" y="5130740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Refuerzo capacitaciones por resultados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BF7006C-AB5F-486F-8D4D-57F42A6AF8FD}"/>
              </a:ext>
            </a:extLst>
          </p:cNvPr>
          <p:cNvGrpSpPr/>
          <p:nvPr/>
        </p:nvGrpSpPr>
        <p:grpSpPr>
          <a:xfrm>
            <a:off x="3861631" y="855816"/>
            <a:ext cx="671965" cy="565486"/>
            <a:chOff x="806241" y="1666868"/>
            <a:chExt cx="671965" cy="565486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2C3614B6-A9A8-4965-9BF1-058132B34CB3}"/>
                </a:ext>
              </a:extLst>
            </p:cNvPr>
            <p:cNvSpPr/>
            <p:nvPr/>
          </p:nvSpPr>
          <p:spPr>
            <a:xfrm>
              <a:off x="814613" y="1666868"/>
              <a:ext cx="663593" cy="561871"/>
            </a:xfrm>
            <a:custGeom>
              <a:avLst/>
              <a:gdLst>
                <a:gd name="connsiteX0" fmla="*/ 0 w 2051352"/>
                <a:gd name="connsiteY0" fmla="*/ 0 h 2197642"/>
                <a:gd name="connsiteX1" fmla="*/ 2051352 w 2051352"/>
                <a:gd name="connsiteY1" fmla="*/ 335881 h 2197642"/>
                <a:gd name="connsiteX2" fmla="*/ 1897053 w 2051352"/>
                <a:gd name="connsiteY2" fmla="*/ 2197642 h 2197642"/>
                <a:gd name="connsiteX3" fmla="*/ 0 w 2051352"/>
                <a:gd name="connsiteY3" fmla="*/ 2197642 h 2197642"/>
                <a:gd name="connsiteX4" fmla="*/ 0 w 2051352"/>
                <a:gd name="connsiteY4" fmla="*/ 0 h 2197642"/>
                <a:gd name="connsiteX0" fmla="*/ 0 w 2051352"/>
                <a:gd name="connsiteY0" fmla="*/ 62200 h 2259842"/>
                <a:gd name="connsiteX1" fmla="*/ 2051352 w 2051352"/>
                <a:gd name="connsiteY1" fmla="*/ 398081 h 2259842"/>
                <a:gd name="connsiteX2" fmla="*/ 1897053 w 2051352"/>
                <a:gd name="connsiteY2" fmla="*/ 2259842 h 2259842"/>
                <a:gd name="connsiteX3" fmla="*/ 0 w 2051352"/>
                <a:gd name="connsiteY3" fmla="*/ 2259842 h 2259842"/>
                <a:gd name="connsiteX4" fmla="*/ 0 w 2051352"/>
                <a:gd name="connsiteY4" fmla="*/ 62200 h 2259842"/>
                <a:gd name="connsiteX0" fmla="*/ 338599 w 2389951"/>
                <a:gd name="connsiteY0" fmla="*/ 62200 h 2259842"/>
                <a:gd name="connsiteX1" fmla="*/ 2389951 w 2389951"/>
                <a:gd name="connsiteY1" fmla="*/ 398081 h 2259842"/>
                <a:gd name="connsiteX2" fmla="*/ 2235652 w 2389951"/>
                <a:gd name="connsiteY2" fmla="*/ 2259842 h 2259842"/>
                <a:gd name="connsiteX3" fmla="*/ 338599 w 2389951"/>
                <a:gd name="connsiteY3" fmla="*/ 2259842 h 2259842"/>
                <a:gd name="connsiteX4" fmla="*/ 338599 w 2389951"/>
                <a:gd name="connsiteY4" fmla="*/ 62200 h 2259842"/>
                <a:gd name="connsiteX0" fmla="*/ 336117 w 2397111"/>
                <a:gd name="connsiteY0" fmla="*/ 167461 h 2201962"/>
                <a:gd name="connsiteX1" fmla="*/ 2397111 w 2397111"/>
                <a:gd name="connsiteY1" fmla="*/ 340201 h 2201962"/>
                <a:gd name="connsiteX2" fmla="*/ 2242812 w 2397111"/>
                <a:gd name="connsiteY2" fmla="*/ 2201962 h 2201962"/>
                <a:gd name="connsiteX3" fmla="*/ 345759 w 2397111"/>
                <a:gd name="connsiteY3" fmla="*/ 2201962 h 2201962"/>
                <a:gd name="connsiteX4" fmla="*/ 336117 w 2397111"/>
                <a:gd name="connsiteY4" fmla="*/ 167461 h 2201962"/>
                <a:gd name="connsiteX0" fmla="*/ 336117 w 2397111"/>
                <a:gd name="connsiteY0" fmla="*/ 275063 h 2309564"/>
                <a:gd name="connsiteX1" fmla="*/ 2397111 w 2397111"/>
                <a:gd name="connsiteY1" fmla="*/ 447803 h 2309564"/>
                <a:gd name="connsiteX2" fmla="*/ 2242812 w 2397111"/>
                <a:gd name="connsiteY2" fmla="*/ 2309564 h 2309564"/>
                <a:gd name="connsiteX3" fmla="*/ 345759 w 2397111"/>
                <a:gd name="connsiteY3" fmla="*/ 2309564 h 2309564"/>
                <a:gd name="connsiteX4" fmla="*/ 336117 w 2397111"/>
                <a:gd name="connsiteY4" fmla="*/ 275063 h 2309564"/>
                <a:gd name="connsiteX0" fmla="*/ 282165 w 2343159"/>
                <a:gd name="connsiteY0" fmla="*/ 275063 h 2309564"/>
                <a:gd name="connsiteX1" fmla="*/ 2343159 w 2343159"/>
                <a:gd name="connsiteY1" fmla="*/ 447803 h 2309564"/>
                <a:gd name="connsiteX2" fmla="*/ 2188860 w 2343159"/>
                <a:gd name="connsiteY2" fmla="*/ 2309564 h 2309564"/>
                <a:gd name="connsiteX3" fmla="*/ 542546 w 2343159"/>
                <a:gd name="connsiteY3" fmla="*/ 2108037 h 2309564"/>
                <a:gd name="connsiteX4" fmla="*/ 282165 w 2343159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190818"/>
                <a:gd name="connsiteX1" fmla="*/ 2479226 w 2479226"/>
                <a:gd name="connsiteY1" fmla="*/ 447803 h 2190818"/>
                <a:gd name="connsiteX2" fmla="*/ 2324927 w 2479226"/>
                <a:gd name="connsiteY2" fmla="*/ 1935297 h 2190818"/>
                <a:gd name="connsiteX3" fmla="*/ 678613 w 2479226"/>
                <a:gd name="connsiteY3" fmla="*/ 2108037 h 2190818"/>
                <a:gd name="connsiteX4" fmla="*/ 418232 w 2479226"/>
                <a:gd name="connsiteY4" fmla="*/ 275063 h 2190818"/>
                <a:gd name="connsiteX0" fmla="*/ 418232 w 2479226"/>
                <a:gd name="connsiteY0" fmla="*/ 275063 h 2264371"/>
                <a:gd name="connsiteX1" fmla="*/ 2479226 w 2479226"/>
                <a:gd name="connsiteY1" fmla="*/ 447803 h 2264371"/>
                <a:gd name="connsiteX2" fmla="*/ 2324927 w 2479226"/>
                <a:gd name="connsiteY2" fmla="*/ 1935297 h 2264371"/>
                <a:gd name="connsiteX3" fmla="*/ 678613 w 2479226"/>
                <a:gd name="connsiteY3" fmla="*/ 2108037 h 2264371"/>
                <a:gd name="connsiteX4" fmla="*/ 418232 w 2479226"/>
                <a:gd name="connsiteY4" fmla="*/ 275063 h 2264371"/>
                <a:gd name="connsiteX0" fmla="*/ 418232 w 2540990"/>
                <a:gd name="connsiteY0" fmla="*/ 275063 h 2264371"/>
                <a:gd name="connsiteX1" fmla="*/ 2479226 w 2540990"/>
                <a:gd name="connsiteY1" fmla="*/ 447803 h 2264371"/>
                <a:gd name="connsiteX2" fmla="*/ 2324927 w 2540990"/>
                <a:gd name="connsiteY2" fmla="*/ 1935297 h 2264371"/>
                <a:gd name="connsiteX3" fmla="*/ 678613 w 2540990"/>
                <a:gd name="connsiteY3" fmla="*/ 2108037 h 2264371"/>
                <a:gd name="connsiteX4" fmla="*/ 418232 w 2540990"/>
                <a:gd name="connsiteY4" fmla="*/ 275063 h 2264371"/>
                <a:gd name="connsiteX0" fmla="*/ 418232 w 2687449"/>
                <a:gd name="connsiteY0" fmla="*/ 275063 h 2264371"/>
                <a:gd name="connsiteX1" fmla="*/ 2479226 w 2687449"/>
                <a:gd name="connsiteY1" fmla="*/ 447803 h 2264371"/>
                <a:gd name="connsiteX2" fmla="*/ 2324927 w 2687449"/>
                <a:gd name="connsiteY2" fmla="*/ 1935297 h 2264371"/>
                <a:gd name="connsiteX3" fmla="*/ 678613 w 2687449"/>
                <a:gd name="connsiteY3" fmla="*/ 2108037 h 2264371"/>
                <a:gd name="connsiteX4" fmla="*/ 418232 w 2687449"/>
                <a:gd name="connsiteY4" fmla="*/ 275063 h 226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7449" h="2264371">
                  <a:moveTo>
                    <a:pt x="418232" y="275063"/>
                  </a:moveTo>
                  <a:cubicBezTo>
                    <a:pt x="880210" y="31950"/>
                    <a:pt x="1486844" y="-268741"/>
                    <a:pt x="2479226" y="447803"/>
                  </a:cubicBezTo>
                  <a:cubicBezTo>
                    <a:pt x="2813540" y="1116370"/>
                    <a:pt x="2733176" y="1525839"/>
                    <a:pt x="2324927" y="1935297"/>
                  </a:cubicBezTo>
                  <a:cubicBezTo>
                    <a:pt x="1679722" y="2271173"/>
                    <a:pt x="1468474" y="2386341"/>
                    <a:pt x="678613" y="2108037"/>
                  </a:cubicBezTo>
                  <a:cubicBezTo>
                    <a:pt x="51774" y="1672985"/>
                    <a:pt x="-343621" y="1362682"/>
                    <a:pt x="418232" y="275063"/>
                  </a:cubicBezTo>
                  <a:close/>
                </a:path>
              </a:pathLst>
            </a:custGeom>
            <a:blipFill>
              <a:blip r:embed="rId2"/>
              <a:stretch>
                <a:fillRect l="-199819" t="-142400" r="-4227" b="-20059"/>
              </a:stretch>
            </a:blipFill>
          </p:spPr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8644B3C5-7281-4C7D-B9FE-0F4E8C00BBDB}"/>
                </a:ext>
              </a:extLst>
            </p:cNvPr>
            <p:cNvSpPr/>
            <p:nvPr/>
          </p:nvSpPr>
          <p:spPr>
            <a:xfrm>
              <a:off x="806241" y="166686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02D318B-5EFC-492C-919D-85EB71C5FC47}"/>
              </a:ext>
            </a:extLst>
          </p:cNvPr>
          <p:cNvGrpSpPr/>
          <p:nvPr/>
        </p:nvGrpSpPr>
        <p:grpSpPr>
          <a:xfrm>
            <a:off x="1418472" y="2890370"/>
            <a:ext cx="3632781" cy="2040875"/>
            <a:chOff x="817781" y="3362036"/>
            <a:chExt cx="10755383" cy="2040875"/>
          </a:xfrm>
        </p:grpSpPr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FD173AAB-B023-4A63-A9E0-10F942DD8C40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216C7B2C-FE57-4001-8E26-71E53BB3A58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45727007-8A90-4C25-A8B8-4881C9CA7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7DF2817-D09C-4A06-A9A1-D56D6F152068}"/>
              </a:ext>
            </a:extLst>
          </p:cNvPr>
          <p:cNvCxnSpPr>
            <a:cxnSpLocks/>
          </p:cNvCxnSpPr>
          <p:nvPr/>
        </p:nvCxnSpPr>
        <p:spPr>
          <a:xfrm>
            <a:off x="1476665" y="1944148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A18289D6-9F06-4A3C-A472-6FBE7DF6C73A}"/>
              </a:ext>
            </a:extLst>
          </p:cNvPr>
          <p:cNvSpPr txBox="1"/>
          <p:nvPr/>
        </p:nvSpPr>
        <p:spPr>
          <a:xfrm>
            <a:off x="7095156" y="2069237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Validación sustento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3EA468A9-3369-449B-A3BE-794FA1F6BF1F}"/>
              </a:ext>
            </a:extLst>
          </p:cNvPr>
          <p:cNvSpPr txBox="1"/>
          <p:nvPr/>
        </p:nvSpPr>
        <p:spPr>
          <a:xfrm>
            <a:off x="5085569" y="1446338"/>
            <a:ext cx="1845374" cy="64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COORD. IPRESS (Jefe de Calidad)</a:t>
            </a:r>
          </a:p>
          <a:p>
            <a:pPr algn="ctr">
              <a:lnSpc>
                <a:spcPts val="1679"/>
              </a:lnSpc>
            </a:pP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4" name="TextBox 13">
            <a:hlinkClick r:id="rId7" action="ppaction://hlinksldjump"/>
            <a:extLst>
              <a:ext uri="{FF2B5EF4-FFF2-40B4-BE49-F238E27FC236}">
                <a16:creationId xmlns:a16="http://schemas.microsoft.com/office/drawing/2014/main" id="{59718A01-A702-4817-8312-7817AB380C3E}"/>
              </a:ext>
            </a:extLst>
          </p:cNvPr>
          <p:cNvSpPr txBox="1"/>
          <p:nvPr/>
        </p:nvSpPr>
        <p:spPr>
          <a:xfrm>
            <a:off x="7110436" y="4080235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de plantillas para Resoluciones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208129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8663B-9E1B-4E96-A67D-DEC477D4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96D28-6883-45C1-9474-8B538ACD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52FCA83-F625-4014-A302-9ED8F376DF5D}"/>
              </a:ext>
            </a:extLst>
          </p:cNvPr>
          <p:cNvGrpSpPr/>
          <p:nvPr/>
        </p:nvGrpSpPr>
        <p:grpSpPr>
          <a:xfrm>
            <a:off x="11596192" y="142104"/>
            <a:ext cx="515290" cy="446041"/>
            <a:chOff x="4755488" y="893463"/>
            <a:chExt cx="669752" cy="579745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688BF56-59ED-4108-BFF1-22C04A174BAC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20D08A4-FB9F-49EF-AE0C-A56F44AE81EA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04F3EA4-31D6-46E8-A30B-607FFEC28F76}"/>
              </a:ext>
            </a:extLst>
          </p:cNvPr>
          <p:cNvGrpSpPr/>
          <p:nvPr/>
        </p:nvGrpSpPr>
        <p:grpSpPr>
          <a:xfrm>
            <a:off x="11592037" y="131133"/>
            <a:ext cx="515290" cy="446041"/>
            <a:chOff x="1047750" y="2287318"/>
            <a:chExt cx="669752" cy="579745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DD54104-CDC1-420A-8BC8-69C00744DAB8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6C8C40B-5864-4A57-AE5C-C3B41845C9EE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E068D9F7-3AE6-40E0-AAC7-C10E04B9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62"/>
            <a:ext cx="12192000" cy="68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68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B93131B-5E67-4316-A127-D3600764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7" y="0"/>
            <a:ext cx="12137765" cy="685800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052FCA83-F625-4014-A302-9ED8F376DF5D}"/>
              </a:ext>
            </a:extLst>
          </p:cNvPr>
          <p:cNvGrpSpPr/>
          <p:nvPr/>
        </p:nvGrpSpPr>
        <p:grpSpPr>
          <a:xfrm>
            <a:off x="11596192" y="142104"/>
            <a:ext cx="515290" cy="446041"/>
            <a:chOff x="4755488" y="893463"/>
            <a:chExt cx="669752" cy="579745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688BF56-59ED-4108-BFF1-22C04A174BAC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3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20D08A4-FB9F-49EF-AE0C-A56F44AE81EA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04F3EA4-31D6-46E8-A30B-607FFEC28F76}"/>
              </a:ext>
            </a:extLst>
          </p:cNvPr>
          <p:cNvGrpSpPr/>
          <p:nvPr/>
        </p:nvGrpSpPr>
        <p:grpSpPr>
          <a:xfrm>
            <a:off x="11592037" y="131133"/>
            <a:ext cx="515290" cy="446041"/>
            <a:chOff x="1047750" y="2287318"/>
            <a:chExt cx="669752" cy="579745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DD54104-CDC1-420A-8BC8-69C00744DAB8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3"/>
              <a:stretch>
                <a:fillRect l="-1933" t="-137235" r="-202113" b="-25225"/>
              </a:stretch>
            </a:blipFill>
          </p:spPr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6C8C40B-5864-4A57-AE5C-C3B41845C9EE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2962578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77AD35-4061-41FA-AEA6-9C476D24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" y="0"/>
            <a:ext cx="12182939" cy="685800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052FCA83-F625-4014-A302-9ED8F376DF5D}"/>
              </a:ext>
            </a:extLst>
          </p:cNvPr>
          <p:cNvGrpSpPr/>
          <p:nvPr/>
        </p:nvGrpSpPr>
        <p:grpSpPr>
          <a:xfrm>
            <a:off x="11596192" y="142104"/>
            <a:ext cx="515290" cy="446041"/>
            <a:chOff x="4755488" y="893463"/>
            <a:chExt cx="669752" cy="579745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688BF56-59ED-4108-BFF1-22C04A174BAC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3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20D08A4-FB9F-49EF-AE0C-A56F44AE81EA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04F3EA4-31D6-46E8-A30B-607FFEC28F76}"/>
              </a:ext>
            </a:extLst>
          </p:cNvPr>
          <p:cNvGrpSpPr/>
          <p:nvPr/>
        </p:nvGrpSpPr>
        <p:grpSpPr>
          <a:xfrm>
            <a:off x="11592037" y="131133"/>
            <a:ext cx="515290" cy="446041"/>
            <a:chOff x="1047750" y="2287318"/>
            <a:chExt cx="669752" cy="579745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DD54104-CDC1-420A-8BC8-69C00744DAB8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3"/>
              <a:stretch>
                <a:fillRect l="-1933" t="-137235" r="-202113" b="-25225"/>
              </a:stretch>
            </a:blipFill>
          </p:spPr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6C8C40B-5864-4A57-AE5C-C3B41845C9EE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2ECDBE8D-7C91-49AB-A123-EA708B40303E}"/>
              </a:ext>
            </a:extLst>
          </p:cNvPr>
          <p:cNvSpPr/>
          <p:nvPr/>
        </p:nvSpPr>
        <p:spPr>
          <a:xfrm>
            <a:off x="9353763" y="2503885"/>
            <a:ext cx="2681732" cy="51435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6166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2BD7B69-A47C-4CF5-8CC7-75FCA0464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"/>
            <a:ext cx="12192000" cy="6857491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052FCA83-F625-4014-A302-9ED8F376DF5D}"/>
              </a:ext>
            </a:extLst>
          </p:cNvPr>
          <p:cNvGrpSpPr/>
          <p:nvPr/>
        </p:nvGrpSpPr>
        <p:grpSpPr>
          <a:xfrm>
            <a:off x="11596192" y="142104"/>
            <a:ext cx="515290" cy="446041"/>
            <a:chOff x="4755488" y="893463"/>
            <a:chExt cx="669752" cy="579745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688BF56-59ED-4108-BFF1-22C04A174BAC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3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20D08A4-FB9F-49EF-AE0C-A56F44AE81EA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04F3EA4-31D6-46E8-A30B-607FFEC28F76}"/>
              </a:ext>
            </a:extLst>
          </p:cNvPr>
          <p:cNvGrpSpPr/>
          <p:nvPr/>
        </p:nvGrpSpPr>
        <p:grpSpPr>
          <a:xfrm>
            <a:off x="11592037" y="131133"/>
            <a:ext cx="515290" cy="446041"/>
            <a:chOff x="1047750" y="2287318"/>
            <a:chExt cx="669752" cy="579745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DD54104-CDC1-420A-8BC8-69C00744DAB8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3"/>
              <a:stretch>
                <a:fillRect l="-1933" t="-137235" r="-202113" b="-25225"/>
              </a:stretch>
            </a:blipFill>
          </p:spPr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6C8C40B-5864-4A57-AE5C-C3B41845C9EE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955798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B114DC9-47BA-4ED4-915E-76AABE125659}"/>
              </a:ext>
            </a:extLst>
          </p:cNvPr>
          <p:cNvGrpSpPr/>
          <p:nvPr/>
        </p:nvGrpSpPr>
        <p:grpSpPr>
          <a:xfrm>
            <a:off x="5530713" y="847901"/>
            <a:ext cx="669752" cy="579745"/>
            <a:chOff x="4755488" y="893463"/>
            <a:chExt cx="669752" cy="579745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DC92492-AD64-4D88-A971-44E82F31704F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5A6683AD-7C48-42AB-8B9C-1A75F31A4C40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D008826-D635-4D83-BC10-010C5E3DBEA5}"/>
              </a:ext>
            </a:extLst>
          </p:cNvPr>
          <p:cNvSpPr/>
          <p:nvPr/>
        </p:nvSpPr>
        <p:spPr>
          <a:xfrm>
            <a:off x="5279979" y="1749678"/>
            <a:ext cx="1496810" cy="4225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763A6F00-C7FA-49EB-8902-D1F9F44B78B5}"/>
              </a:ext>
            </a:extLst>
          </p:cNvPr>
          <p:cNvSpPr txBox="1"/>
          <p:nvPr/>
        </p:nvSpPr>
        <p:spPr>
          <a:xfrm>
            <a:off x="5370021" y="3395381"/>
            <a:ext cx="1316723" cy="640368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Carga documentaria por proceso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99970E5-11CE-4B5C-9602-4B6C78FAABF5}"/>
              </a:ext>
            </a:extLst>
          </p:cNvPr>
          <p:cNvSpPr/>
          <p:nvPr/>
        </p:nvSpPr>
        <p:spPr>
          <a:xfrm>
            <a:off x="1202013" y="1749677"/>
            <a:ext cx="3945646" cy="424275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2049A-30C8-42DF-A0A7-2F74E351433E}"/>
              </a:ext>
            </a:extLst>
          </p:cNvPr>
          <p:cNvSpPr/>
          <p:nvPr/>
        </p:nvSpPr>
        <p:spPr>
          <a:xfrm>
            <a:off x="6939191" y="1749678"/>
            <a:ext cx="3945646" cy="4242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51C73956-3106-4C9C-AA98-9F17B4620AE7}"/>
              </a:ext>
            </a:extLst>
          </p:cNvPr>
          <p:cNvSpPr txBox="1"/>
          <p:nvPr/>
        </p:nvSpPr>
        <p:spPr>
          <a:xfrm>
            <a:off x="7216832" y="1442497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AUTOEV.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3057B5DA-6287-4352-B58A-0DC551B69A70}"/>
              </a:ext>
            </a:extLst>
          </p:cNvPr>
          <p:cNvSpPr txBox="1"/>
          <p:nvPr/>
        </p:nvSpPr>
        <p:spPr>
          <a:xfrm>
            <a:off x="9127156" y="1432022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RED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2" name="TextBox 13">
            <a:extLst>
              <a:ext uri="{FF2B5EF4-FFF2-40B4-BE49-F238E27FC236}">
                <a16:creationId xmlns:a16="http://schemas.microsoft.com/office/drawing/2014/main" id="{50A127CD-4AFD-40CB-A7F7-AF0292DC0011}"/>
              </a:ext>
            </a:extLst>
          </p:cNvPr>
          <p:cNvSpPr txBox="1"/>
          <p:nvPr/>
        </p:nvSpPr>
        <p:spPr>
          <a:xfrm>
            <a:off x="9037972" y="409912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 de avance en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1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325EDF1A-7653-454C-BAE5-A83DCC661699}"/>
              </a:ext>
            </a:extLst>
          </p:cNvPr>
          <p:cNvSpPr txBox="1"/>
          <p:nvPr/>
        </p:nvSpPr>
        <p:spPr>
          <a:xfrm>
            <a:off x="7137898" y="4087291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Generación de plantillas para Resoluciones</a:t>
            </a:r>
            <a:endParaRPr lang="en-US" b="1" u="sng" dirty="0">
              <a:solidFill>
                <a:schemeClr val="accent1">
                  <a:lumMod val="50000"/>
                  <a:lumOff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8" name="TextBox 13">
            <a:extLst>
              <a:ext uri="{FF2B5EF4-FFF2-40B4-BE49-F238E27FC236}">
                <a16:creationId xmlns:a16="http://schemas.microsoft.com/office/drawing/2014/main" id="{709A89C7-CB56-472A-A950-676E6557B41B}"/>
              </a:ext>
            </a:extLst>
          </p:cNvPr>
          <p:cNvSpPr txBox="1"/>
          <p:nvPr/>
        </p:nvSpPr>
        <p:spPr>
          <a:xfrm>
            <a:off x="7106503" y="5115694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rápido de baja puntuación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9" name="TextBox 13">
            <a:extLst>
              <a:ext uri="{FF2B5EF4-FFF2-40B4-BE49-F238E27FC236}">
                <a16:creationId xmlns:a16="http://schemas.microsoft.com/office/drawing/2014/main" id="{8FF9BE29-EF02-40B8-B3B5-05F56CE49494}"/>
              </a:ext>
            </a:extLst>
          </p:cNvPr>
          <p:cNvSpPr txBox="1"/>
          <p:nvPr/>
        </p:nvSpPr>
        <p:spPr>
          <a:xfrm>
            <a:off x="9051939" y="2066438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múltiple en documentos nivel I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0" name="TextBox 13">
            <a:extLst>
              <a:ext uri="{FF2B5EF4-FFF2-40B4-BE49-F238E27FC236}">
                <a16:creationId xmlns:a16="http://schemas.microsoft.com/office/drawing/2014/main" id="{04B45D3E-7A75-418D-93F0-638924099610}"/>
              </a:ext>
            </a:extLst>
          </p:cNvPr>
          <p:cNvSpPr txBox="1"/>
          <p:nvPr/>
        </p:nvSpPr>
        <p:spPr>
          <a:xfrm>
            <a:off x="9037972" y="511569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rendimiento por Ipress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1" name="TextBox 13">
            <a:extLst>
              <a:ext uri="{FF2B5EF4-FFF2-40B4-BE49-F238E27FC236}">
                <a16:creationId xmlns:a16="http://schemas.microsoft.com/office/drawing/2014/main" id="{D3BA61AB-F753-4B03-9184-ED1D8AC12BA1}"/>
              </a:ext>
            </a:extLst>
          </p:cNvPr>
          <p:cNvSpPr txBox="1"/>
          <p:nvPr/>
        </p:nvSpPr>
        <p:spPr>
          <a:xfrm>
            <a:off x="9051939" y="307739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Alertas de seguimiento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68515A3-FEED-41E9-8EF7-F623B50A257E}"/>
              </a:ext>
            </a:extLst>
          </p:cNvPr>
          <p:cNvGrpSpPr/>
          <p:nvPr/>
        </p:nvGrpSpPr>
        <p:grpSpPr>
          <a:xfrm>
            <a:off x="7048310" y="2889751"/>
            <a:ext cx="3632781" cy="2040875"/>
            <a:chOff x="817781" y="3362036"/>
            <a:chExt cx="10755383" cy="2040875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D299F5F2-BB05-42EC-A45F-9D1A038264E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58B3BA6-9A67-45FA-9398-BC20316B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57DFFA29-C1F7-434C-8ACC-5F58AEFAE264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Rectángulo: esquinas redondeadas 341">
            <a:extLst>
              <a:ext uri="{FF2B5EF4-FFF2-40B4-BE49-F238E27FC236}">
                <a16:creationId xmlns:a16="http://schemas.microsoft.com/office/drawing/2014/main" id="{6B253643-43D6-433D-9205-DABC5F3006E7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FUNCIONALIDADES SEGÚN ROL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9BA85029-0195-4871-A9CB-B8920C7EF3A7}"/>
              </a:ext>
            </a:extLst>
          </p:cNvPr>
          <p:cNvCxnSpPr>
            <a:cxnSpLocks/>
          </p:cNvCxnSpPr>
          <p:nvPr/>
        </p:nvCxnSpPr>
        <p:spPr>
          <a:xfrm>
            <a:off x="7106503" y="1943529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601B70-E2AF-4F86-9260-E9DFD67A45C4}"/>
              </a:ext>
            </a:extLst>
          </p:cNvPr>
          <p:cNvGrpSpPr/>
          <p:nvPr/>
        </p:nvGrpSpPr>
        <p:grpSpPr>
          <a:xfrm>
            <a:off x="7508415" y="847901"/>
            <a:ext cx="669752" cy="579745"/>
            <a:chOff x="1047750" y="2287318"/>
            <a:chExt cx="669752" cy="579745"/>
          </a:xfrm>
        </p:grpSpPr>
        <p:sp>
          <p:nvSpPr>
            <p:cNvPr id="353" name="Freeform 9">
              <a:extLst>
                <a:ext uri="{FF2B5EF4-FFF2-40B4-BE49-F238E27FC236}">
                  <a16:creationId xmlns:a16="http://schemas.microsoft.com/office/drawing/2014/main" id="{531E2E0A-DCD2-42F1-B64F-77ED8056B707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97569DB-D810-4B3F-A86E-42BF22F63DF3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6B1FF07-4A14-4B63-9582-F7ECFEC5C57C}"/>
              </a:ext>
            </a:extLst>
          </p:cNvPr>
          <p:cNvGrpSpPr/>
          <p:nvPr/>
        </p:nvGrpSpPr>
        <p:grpSpPr>
          <a:xfrm>
            <a:off x="9369906" y="862160"/>
            <a:ext cx="672274" cy="569342"/>
            <a:chOff x="968717" y="2728528"/>
            <a:chExt cx="672274" cy="569342"/>
          </a:xfrm>
        </p:grpSpPr>
        <p:sp>
          <p:nvSpPr>
            <p:cNvPr id="351" name="Freeform 27">
              <a:extLst>
                <a:ext uri="{FF2B5EF4-FFF2-40B4-BE49-F238E27FC236}">
                  <a16:creationId xmlns:a16="http://schemas.microsoft.com/office/drawing/2014/main" id="{55D7DA97-B5DE-4B3A-9E6B-7BEB373AAE4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2"/>
              <a:stretch>
                <a:fillRect l="-7920" t="-19093" r="-196126" b="-143366"/>
              </a:stretch>
            </a:blipFill>
          </p:spPr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2E62FBC0-B6BE-42ED-91D2-6B25531E4FE4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1" name="Rectángulo 360">
            <a:extLst>
              <a:ext uri="{FF2B5EF4-FFF2-40B4-BE49-F238E27FC236}">
                <a16:creationId xmlns:a16="http://schemas.microsoft.com/office/drawing/2014/main" id="{3DB9DEAE-EB83-4D49-94C2-AE99C0341418}"/>
              </a:ext>
            </a:extLst>
          </p:cNvPr>
          <p:cNvSpPr/>
          <p:nvPr/>
        </p:nvSpPr>
        <p:spPr>
          <a:xfrm flipH="1">
            <a:off x="1202013" y="6042631"/>
            <a:ext cx="9682824" cy="6769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                </a:t>
            </a:r>
            <a:endParaRPr lang="es-PE"/>
          </a:p>
        </p:txBody>
      </p:sp>
      <p:sp>
        <p:nvSpPr>
          <p:cNvPr id="362" name="TextBox 13">
            <a:extLst>
              <a:ext uri="{FF2B5EF4-FFF2-40B4-BE49-F238E27FC236}">
                <a16:creationId xmlns:a16="http://schemas.microsoft.com/office/drawing/2014/main" id="{77A7C5C9-A603-476A-8DEF-D9D384922414}"/>
              </a:ext>
            </a:extLst>
          </p:cNvPr>
          <p:cNvSpPr txBox="1"/>
          <p:nvPr/>
        </p:nvSpPr>
        <p:spPr>
          <a:xfrm>
            <a:off x="74843" y="6515195"/>
            <a:ext cx="2055384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ADMIN SIST.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511C727-0FD9-42A8-952F-19EED611416E}"/>
              </a:ext>
            </a:extLst>
          </p:cNvPr>
          <p:cNvGrpSpPr/>
          <p:nvPr/>
        </p:nvGrpSpPr>
        <p:grpSpPr>
          <a:xfrm>
            <a:off x="263047" y="5872338"/>
            <a:ext cx="677617" cy="575338"/>
            <a:chOff x="9742173" y="1021676"/>
            <a:chExt cx="677617" cy="575338"/>
          </a:xfrm>
        </p:grpSpPr>
        <p:sp>
          <p:nvSpPr>
            <p:cNvPr id="366" name="Freeform 8">
              <a:extLst>
                <a:ext uri="{FF2B5EF4-FFF2-40B4-BE49-F238E27FC236}">
                  <a16:creationId xmlns:a16="http://schemas.microsoft.com/office/drawing/2014/main" id="{8230747A-ED49-4EA2-BB3E-FE058AF16550}"/>
                </a:ext>
              </a:extLst>
            </p:cNvPr>
            <p:cNvSpPr/>
            <p:nvPr/>
          </p:nvSpPr>
          <p:spPr>
            <a:xfrm>
              <a:off x="9742173" y="1021676"/>
              <a:ext cx="677617" cy="575338"/>
            </a:xfrm>
            <a:custGeom>
              <a:avLst/>
              <a:gdLst>
                <a:gd name="connsiteX0" fmla="*/ 0 w 1989836"/>
                <a:gd name="connsiteY0" fmla="*/ 144333 h 2197642"/>
                <a:gd name="connsiteX1" fmla="*/ 1989836 w 1989836"/>
                <a:gd name="connsiteY1" fmla="*/ 0 h 2197642"/>
                <a:gd name="connsiteX2" fmla="*/ 1989836 w 1989836"/>
                <a:gd name="connsiteY2" fmla="*/ 2197642 h 2197642"/>
                <a:gd name="connsiteX3" fmla="*/ 92783 w 1989836"/>
                <a:gd name="connsiteY3" fmla="*/ 2197642 h 2197642"/>
                <a:gd name="connsiteX4" fmla="*/ 0 w 1989836"/>
                <a:gd name="connsiteY4" fmla="*/ 144333 h 2197642"/>
                <a:gd name="connsiteX0" fmla="*/ 0 w 1989836"/>
                <a:gd name="connsiteY0" fmla="*/ 285259 h 2338568"/>
                <a:gd name="connsiteX1" fmla="*/ 1989836 w 1989836"/>
                <a:gd name="connsiteY1" fmla="*/ 140926 h 2338568"/>
                <a:gd name="connsiteX2" fmla="*/ 1989836 w 1989836"/>
                <a:gd name="connsiteY2" fmla="*/ 2338568 h 2338568"/>
                <a:gd name="connsiteX3" fmla="*/ 92783 w 1989836"/>
                <a:gd name="connsiteY3" fmla="*/ 2338568 h 2338568"/>
                <a:gd name="connsiteX4" fmla="*/ 0 w 1989836"/>
                <a:gd name="connsiteY4" fmla="*/ 285259 h 2338568"/>
                <a:gd name="connsiteX0" fmla="*/ 400502 w 2390338"/>
                <a:gd name="connsiteY0" fmla="*/ 285259 h 2338568"/>
                <a:gd name="connsiteX1" fmla="*/ 2390338 w 2390338"/>
                <a:gd name="connsiteY1" fmla="*/ 140926 h 2338568"/>
                <a:gd name="connsiteX2" fmla="*/ 2390338 w 2390338"/>
                <a:gd name="connsiteY2" fmla="*/ 2338568 h 2338568"/>
                <a:gd name="connsiteX3" fmla="*/ 493285 w 2390338"/>
                <a:gd name="connsiteY3" fmla="*/ 2338568 h 2338568"/>
                <a:gd name="connsiteX4" fmla="*/ 400502 w 2390338"/>
                <a:gd name="connsiteY4" fmla="*/ 285259 h 2338568"/>
                <a:gd name="connsiteX0" fmla="*/ 336224 w 2326060"/>
                <a:gd name="connsiteY0" fmla="*/ 285259 h 2338568"/>
                <a:gd name="connsiteX1" fmla="*/ 2326060 w 2326060"/>
                <a:gd name="connsiteY1" fmla="*/ 140926 h 2338568"/>
                <a:gd name="connsiteX2" fmla="*/ 2326060 w 2326060"/>
                <a:gd name="connsiteY2" fmla="*/ 2338568 h 2338568"/>
                <a:gd name="connsiteX3" fmla="*/ 748598 w 2326060"/>
                <a:gd name="connsiteY3" fmla="*/ 2338568 h 2338568"/>
                <a:gd name="connsiteX4" fmla="*/ 336224 w 2326060"/>
                <a:gd name="connsiteY4" fmla="*/ 285259 h 2338568"/>
                <a:gd name="connsiteX0" fmla="*/ 409421 w 2399257"/>
                <a:gd name="connsiteY0" fmla="*/ 285259 h 2338568"/>
                <a:gd name="connsiteX1" fmla="*/ 2399257 w 2399257"/>
                <a:gd name="connsiteY1" fmla="*/ 140926 h 2338568"/>
                <a:gd name="connsiteX2" fmla="*/ 2399257 w 2399257"/>
                <a:gd name="connsiteY2" fmla="*/ 2338568 h 2338568"/>
                <a:gd name="connsiteX3" fmla="*/ 821795 w 2399257"/>
                <a:gd name="connsiteY3" fmla="*/ 2338568 h 2338568"/>
                <a:gd name="connsiteX4" fmla="*/ 409421 w 2399257"/>
                <a:gd name="connsiteY4" fmla="*/ 285259 h 2338568"/>
                <a:gd name="connsiteX0" fmla="*/ 409421 w 2399257"/>
                <a:gd name="connsiteY0" fmla="*/ 285259 h 2407297"/>
                <a:gd name="connsiteX1" fmla="*/ 2399257 w 2399257"/>
                <a:gd name="connsiteY1" fmla="*/ 140926 h 2407297"/>
                <a:gd name="connsiteX2" fmla="*/ 2399257 w 2399257"/>
                <a:gd name="connsiteY2" fmla="*/ 2338568 h 2407297"/>
                <a:gd name="connsiteX3" fmla="*/ 821795 w 2399257"/>
                <a:gd name="connsiteY3" fmla="*/ 2338568 h 2407297"/>
                <a:gd name="connsiteX4" fmla="*/ 409421 w 2399257"/>
                <a:gd name="connsiteY4" fmla="*/ 285259 h 2407297"/>
                <a:gd name="connsiteX0" fmla="*/ 409421 w 2543586"/>
                <a:gd name="connsiteY0" fmla="*/ 285259 h 2369566"/>
                <a:gd name="connsiteX1" fmla="*/ 2399257 w 2543586"/>
                <a:gd name="connsiteY1" fmla="*/ 140926 h 2369566"/>
                <a:gd name="connsiteX2" fmla="*/ 2543586 w 2543586"/>
                <a:gd name="connsiteY2" fmla="*/ 2018977 h 2369566"/>
                <a:gd name="connsiteX3" fmla="*/ 821795 w 2543586"/>
                <a:gd name="connsiteY3" fmla="*/ 2338568 h 2369566"/>
                <a:gd name="connsiteX4" fmla="*/ 409421 w 2543586"/>
                <a:gd name="connsiteY4" fmla="*/ 285259 h 2369566"/>
                <a:gd name="connsiteX0" fmla="*/ 409421 w 2543586"/>
                <a:gd name="connsiteY0" fmla="*/ 285259 h 2420674"/>
                <a:gd name="connsiteX1" fmla="*/ 2399257 w 2543586"/>
                <a:gd name="connsiteY1" fmla="*/ 140926 h 2420674"/>
                <a:gd name="connsiteX2" fmla="*/ 2543586 w 2543586"/>
                <a:gd name="connsiteY2" fmla="*/ 2018977 h 2420674"/>
                <a:gd name="connsiteX3" fmla="*/ 821795 w 2543586"/>
                <a:gd name="connsiteY3" fmla="*/ 2338568 h 2420674"/>
                <a:gd name="connsiteX4" fmla="*/ 409421 w 2543586"/>
                <a:gd name="connsiteY4" fmla="*/ 285259 h 2420674"/>
                <a:gd name="connsiteX0" fmla="*/ 409421 w 2877749"/>
                <a:gd name="connsiteY0" fmla="*/ 285259 h 2420674"/>
                <a:gd name="connsiteX1" fmla="*/ 2399257 w 2877749"/>
                <a:gd name="connsiteY1" fmla="*/ 140926 h 2420674"/>
                <a:gd name="connsiteX2" fmla="*/ 2543586 w 2877749"/>
                <a:gd name="connsiteY2" fmla="*/ 2018977 h 2420674"/>
                <a:gd name="connsiteX3" fmla="*/ 821795 w 2877749"/>
                <a:gd name="connsiteY3" fmla="*/ 2338568 h 2420674"/>
                <a:gd name="connsiteX4" fmla="*/ 409421 w 2877749"/>
                <a:gd name="connsiteY4" fmla="*/ 285259 h 2420674"/>
                <a:gd name="connsiteX0" fmla="*/ 409421 w 2887243"/>
                <a:gd name="connsiteY0" fmla="*/ 252395 h 2387810"/>
                <a:gd name="connsiteX1" fmla="*/ 2440494 w 2887243"/>
                <a:gd name="connsiteY1" fmla="*/ 221466 h 2387810"/>
                <a:gd name="connsiteX2" fmla="*/ 2543586 w 2887243"/>
                <a:gd name="connsiteY2" fmla="*/ 1986113 h 2387810"/>
                <a:gd name="connsiteX3" fmla="*/ 821795 w 2887243"/>
                <a:gd name="connsiteY3" fmla="*/ 2305704 h 2387810"/>
                <a:gd name="connsiteX4" fmla="*/ 409421 w 2887243"/>
                <a:gd name="connsiteY4" fmla="*/ 252395 h 2387810"/>
                <a:gd name="connsiteX0" fmla="*/ 409421 w 2933663"/>
                <a:gd name="connsiteY0" fmla="*/ 252395 h 2387810"/>
                <a:gd name="connsiteX1" fmla="*/ 2440494 w 2933663"/>
                <a:gd name="connsiteY1" fmla="*/ 221466 h 2387810"/>
                <a:gd name="connsiteX2" fmla="*/ 2543586 w 2933663"/>
                <a:gd name="connsiteY2" fmla="*/ 1986113 h 2387810"/>
                <a:gd name="connsiteX3" fmla="*/ 821795 w 2933663"/>
                <a:gd name="connsiteY3" fmla="*/ 2305704 h 2387810"/>
                <a:gd name="connsiteX4" fmla="*/ 409421 w 2933663"/>
                <a:gd name="connsiteY4" fmla="*/ 252395 h 2387810"/>
                <a:gd name="connsiteX0" fmla="*/ 409421 w 2933663"/>
                <a:gd name="connsiteY0" fmla="*/ 355443 h 2490858"/>
                <a:gd name="connsiteX1" fmla="*/ 2440494 w 2933663"/>
                <a:gd name="connsiteY1" fmla="*/ 324514 h 2490858"/>
                <a:gd name="connsiteX2" fmla="*/ 2543586 w 2933663"/>
                <a:gd name="connsiteY2" fmla="*/ 2089161 h 2490858"/>
                <a:gd name="connsiteX3" fmla="*/ 821795 w 2933663"/>
                <a:gd name="connsiteY3" fmla="*/ 2408752 h 2490858"/>
                <a:gd name="connsiteX4" fmla="*/ 409421 w 2933663"/>
                <a:gd name="connsiteY4" fmla="*/ 355443 h 249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3663" h="2490858">
                  <a:moveTo>
                    <a:pt x="409421" y="355443"/>
                  </a:moveTo>
                  <a:cubicBezTo>
                    <a:pt x="1196412" y="-218443"/>
                    <a:pt x="1725666" y="1489"/>
                    <a:pt x="2440494" y="324514"/>
                  </a:cubicBezTo>
                  <a:cubicBezTo>
                    <a:pt x="2694789" y="589705"/>
                    <a:pt x="3351150" y="1215721"/>
                    <a:pt x="2543586" y="2089161"/>
                  </a:cubicBezTo>
                  <a:cubicBezTo>
                    <a:pt x="2007457" y="2522151"/>
                    <a:pt x="1595040" y="2563393"/>
                    <a:pt x="821795" y="2408752"/>
                  </a:cubicBezTo>
                  <a:cubicBezTo>
                    <a:pt x="378492" y="2074835"/>
                    <a:pt x="-528726" y="1503798"/>
                    <a:pt x="409421" y="355443"/>
                  </a:cubicBezTo>
                  <a:close/>
                </a:path>
              </a:pathLst>
            </a:custGeom>
            <a:blipFill>
              <a:blip r:embed="rId2"/>
              <a:stretch>
                <a:fillRect l="-192075" t="-15044" r="-11971" b="-147416"/>
              </a:stretch>
            </a:blipFill>
          </p:spPr>
        </p:sp>
        <p:sp>
          <p:nvSpPr>
            <p:cNvPr id="365" name="Elipse 364">
              <a:extLst>
                <a:ext uri="{FF2B5EF4-FFF2-40B4-BE49-F238E27FC236}">
                  <a16:creationId xmlns:a16="http://schemas.microsoft.com/office/drawing/2014/main" id="{06141503-6256-4BEC-AFC8-BCC127BBAE2B}"/>
                </a:ext>
              </a:extLst>
            </p:cNvPr>
            <p:cNvSpPr/>
            <p:nvPr/>
          </p:nvSpPr>
          <p:spPr>
            <a:xfrm>
              <a:off x="9742386" y="1028400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7" name="TextBox 13">
            <a:extLst>
              <a:ext uri="{FF2B5EF4-FFF2-40B4-BE49-F238E27FC236}">
                <a16:creationId xmlns:a16="http://schemas.microsoft.com/office/drawing/2014/main" id="{7931D729-C08A-41A5-8C21-6B989C8BCA9D}"/>
              </a:ext>
            </a:extLst>
          </p:cNvPr>
          <p:cNvSpPr txBox="1"/>
          <p:nvPr/>
        </p:nvSpPr>
        <p:spPr>
          <a:xfrm>
            <a:off x="3525905" y="6275845"/>
            <a:ext cx="2453458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Admin. de usuarios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8" name="TextBox 13">
            <a:extLst>
              <a:ext uri="{FF2B5EF4-FFF2-40B4-BE49-F238E27FC236}">
                <a16:creationId xmlns:a16="http://schemas.microsoft.com/office/drawing/2014/main" id="{7EDBE96F-20C0-4525-A29D-D34F558AAAD3}"/>
              </a:ext>
            </a:extLst>
          </p:cNvPr>
          <p:cNvSpPr txBox="1"/>
          <p:nvPr/>
        </p:nvSpPr>
        <p:spPr>
          <a:xfrm>
            <a:off x="6195065" y="6272094"/>
            <a:ext cx="2055384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Adm. de parámetros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3" name="TextBox 13">
            <a:extLst>
              <a:ext uri="{FF2B5EF4-FFF2-40B4-BE49-F238E27FC236}">
                <a16:creationId xmlns:a16="http://schemas.microsoft.com/office/drawing/2014/main" id="{7B6E0082-67D4-4397-8655-EE29C35A9C05}"/>
              </a:ext>
            </a:extLst>
          </p:cNvPr>
          <p:cNvSpPr txBox="1"/>
          <p:nvPr/>
        </p:nvSpPr>
        <p:spPr>
          <a:xfrm>
            <a:off x="1081912" y="1459952"/>
            <a:ext cx="2460397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GERENCIA/ DIR.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6F9D5E10-22F2-46CA-BBCC-577828F3DB4F}"/>
              </a:ext>
            </a:extLst>
          </p:cNvPr>
          <p:cNvSpPr txBox="1"/>
          <p:nvPr/>
        </p:nvSpPr>
        <p:spPr>
          <a:xfrm>
            <a:off x="1371155" y="4109565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 cumplimiento de meta GAMCC 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D768F732-9C63-4EC9-86E2-316B84AE3F4F}"/>
              </a:ext>
            </a:extLst>
          </p:cNvPr>
          <p:cNvSpPr txBox="1"/>
          <p:nvPr/>
        </p:nvSpPr>
        <p:spPr>
          <a:xfrm>
            <a:off x="1371155" y="5130740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Ajustar recursos según demanda evaluada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60CA4369-5363-4A7E-ABA1-F68CFBD3900D}"/>
              </a:ext>
            </a:extLst>
          </p:cNvPr>
          <p:cNvSpPr txBox="1"/>
          <p:nvPr/>
        </p:nvSpPr>
        <p:spPr>
          <a:xfrm>
            <a:off x="1371155" y="309586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Trazabilidad del proceso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9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2ED03036-CD35-435A-A411-3F7D94E6A04E}"/>
              </a:ext>
            </a:extLst>
          </p:cNvPr>
          <p:cNvSpPr txBox="1"/>
          <p:nvPr/>
        </p:nvSpPr>
        <p:spPr>
          <a:xfrm>
            <a:off x="1371153" y="2063826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del avance a nivel nacional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EF8045-553F-4ED4-9700-7F6DE7FBFCE4}"/>
              </a:ext>
            </a:extLst>
          </p:cNvPr>
          <p:cNvGrpSpPr/>
          <p:nvPr/>
        </p:nvGrpSpPr>
        <p:grpSpPr>
          <a:xfrm>
            <a:off x="1795351" y="854320"/>
            <a:ext cx="669752" cy="570120"/>
            <a:chOff x="943863" y="3108784"/>
            <a:chExt cx="669752" cy="570120"/>
          </a:xfrm>
        </p:grpSpPr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1A1F351E-9F09-4AA7-80FF-21D4097BB515}"/>
                </a:ext>
              </a:extLst>
            </p:cNvPr>
            <p:cNvSpPr/>
            <p:nvPr/>
          </p:nvSpPr>
          <p:spPr>
            <a:xfrm>
              <a:off x="947623" y="3108784"/>
              <a:ext cx="664316" cy="569648"/>
            </a:xfrm>
            <a:custGeom>
              <a:avLst/>
              <a:gdLst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2028697"/>
                <a:gd name="connsiteY0" fmla="*/ 0 h 2197642"/>
                <a:gd name="connsiteX1" fmla="*/ 1918188 w 2028697"/>
                <a:gd name="connsiteY1" fmla="*/ 507248 h 2197642"/>
                <a:gd name="connsiteX2" fmla="*/ 1897053 w 2028697"/>
                <a:gd name="connsiteY2" fmla="*/ 2197642 h 2197642"/>
                <a:gd name="connsiteX3" fmla="*/ 0 w 2028697"/>
                <a:gd name="connsiteY3" fmla="*/ 2197642 h 2197642"/>
                <a:gd name="connsiteX4" fmla="*/ 0 w 2028697"/>
                <a:gd name="connsiteY4" fmla="*/ 0 h 2197642"/>
                <a:gd name="connsiteX0" fmla="*/ 0 w 1981450"/>
                <a:gd name="connsiteY0" fmla="*/ 0 h 2197642"/>
                <a:gd name="connsiteX1" fmla="*/ 1918188 w 1981450"/>
                <a:gd name="connsiteY1" fmla="*/ 507248 h 2197642"/>
                <a:gd name="connsiteX2" fmla="*/ 1558887 w 1981450"/>
                <a:gd name="connsiteY2" fmla="*/ 1817206 h 2197642"/>
                <a:gd name="connsiteX3" fmla="*/ 0 w 1981450"/>
                <a:gd name="connsiteY3" fmla="*/ 2197642 h 2197642"/>
                <a:gd name="connsiteX4" fmla="*/ 0 w 1981450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1855416"/>
                <a:gd name="connsiteX1" fmla="*/ 1918188 w 2051396"/>
                <a:gd name="connsiteY1" fmla="*/ 507248 h 1855416"/>
                <a:gd name="connsiteX2" fmla="*/ 1558887 w 2051396"/>
                <a:gd name="connsiteY2" fmla="*/ 1817206 h 1855416"/>
                <a:gd name="connsiteX3" fmla="*/ 105677 w 2051396"/>
                <a:gd name="connsiteY3" fmla="*/ 1658691 h 1855416"/>
                <a:gd name="connsiteX4" fmla="*/ 0 w 2051396"/>
                <a:gd name="connsiteY4" fmla="*/ 0 h 1855416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30261"/>
                <a:gd name="connsiteY0" fmla="*/ 191417 h 1697740"/>
                <a:gd name="connsiteX1" fmla="*/ 1897053 w 2030261"/>
                <a:gd name="connsiteY1" fmla="*/ 275958 h 1697740"/>
                <a:gd name="connsiteX2" fmla="*/ 1537752 w 2030261"/>
                <a:gd name="connsiteY2" fmla="*/ 1585916 h 1697740"/>
                <a:gd name="connsiteX3" fmla="*/ 84542 w 2030261"/>
                <a:gd name="connsiteY3" fmla="*/ 1427401 h 1697740"/>
                <a:gd name="connsiteX4" fmla="*/ 0 w 2030261"/>
                <a:gd name="connsiteY4" fmla="*/ 191417 h 1697740"/>
                <a:gd name="connsiteX0" fmla="*/ 0 w 2030261"/>
                <a:gd name="connsiteY0" fmla="*/ 389693 h 1896016"/>
                <a:gd name="connsiteX1" fmla="*/ 1897053 w 2030261"/>
                <a:gd name="connsiteY1" fmla="*/ 474234 h 1896016"/>
                <a:gd name="connsiteX2" fmla="*/ 1537752 w 2030261"/>
                <a:gd name="connsiteY2" fmla="*/ 1784192 h 1896016"/>
                <a:gd name="connsiteX3" fmla="*/ 84542 w 2030261"/>
                <a:gd name="connsiteY3" fmla="*/ 1625677 h 1896016"/>
                <a:gd name="connsiteX4" fmla="*/ 0 w 2030261"/>
                <a:gd name="connsiteY4" fmla="*/ 389693 h 1896016"/>
                <a:gd name="connsiteX0" fmla="*/ 165717 w 2195978"/>
                <a:gd name="connsiteY0" fmla="*/ 389693 h 1896016"/>
                <a:gd name="connsiteX1" fmla="*/ 2062770 w 2195978"/>
                <a:gd name="connsiteY1" fmla="*/ 474234 h 1896016"/>
                <a:gd name="connsiteX2" fmla="*/ 1703469 w 2195978"/>
                <a:gd name="connsiteY2" fmla="*/ 1784192 h 1896016"/>
                <a:gd name="connsiteX3" fmla="*/ 250259 w 2195978"/>
                <a:gd name="connsiteY3" fmla="*/ 1625677 h 1896016"/>
                <a:gd name="connsiteX4" fmla="*/ 165717 w 2195978"/>
                <a:gd name="connsiteY4" fmla="*/ 389693 h 1896016"/>
                <a:gd name="connsiteX0" fmla="*/ 180845 w 2211106"/>
                <a:gd name="connsiteY0" fmla="*/ 389693 h 1896016"/>
                <a:gd name="connsiteX1" fmla="*/ 2077898 w 2211106"/>
                <a:gd name="connsiteY1" fmla="*/ 474234 h 1896016"/>
                <a:gd name="connsiteX2" fmla="*/ 1718597 w 2211106"/>
                <a:gd name="connsiteY2" fmla="*/ 1784192 h 1896016"/>
                <a:gd name="connsiteX3" fmla="*/ 265387 w 2211106"/>
                <a:gd name="connsiteY3" fmla="*/ 1625677 h 1896016"/>
                <a:gd name="connsiteX4" fmla="*/ 180845 w 2211106"/>
                <a:gd name="connsiteY4" fmla="*/ 389693 h 189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1106" h="1896016">
                  <a:moveTo>
                    <a:pt x="180845" y="389693"/>
                  </a:moveTo>
                  <a:cubicBezTo>
                    <a:pt x="788537" y="-106988"/>
                    <a:pt x="1554747" y="-180961"/>
                    <a:pt x="2077898" y="474234"/>
                  </a:cubicBezTo>
                  <a:cubicBezTo>
                    <a:pt x="2335043" y="1143375"/>
                    <a:pt x="2222323" y="1315836"/>
                    <a:pt x="1718597" y="1784192"/>
                  </a:cubicBezTo>
                  <a:cubicBezTo>
                    <a:pt x="1072156" y="1953275"/>
                    <a:pt x="890692" y="1953275"/>
                    <a:pt x="265387" y="1625677"/>
                  </a:cubicBezTo>
                  <a:cubicBezTo>
                    <a:pt x="163232" y="1520143"/>
                    <a:pt x="-224247" y="1108151"/>
                    <a:pt x="180845" y="389693"/>
                  </a:cubicBezTo>
                  <a:close/>
                </a:path>
              </a:pathLst>
            </a:custGeom>
            <a:blipFill>
              <a:blip r:embed="rId2"/>
              <a:stretch>
                <a:fillRect l="-97708" t="-17477" r="-106338" b="-144983"/>
              </a:stretch>
            </a:blipFill>
          </p:spPr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0438A3C-1EB2-4B87-B3B9-9A547FEAA3F9}"/>
                </a:ext>
              </a:extLst>
            </p:cNvPr>
            <p:cNvSpPr/>
            <p:nvPr/>
          </p:nvSpPr>
          <p:spPr>
            <a:xfrm>
              <a:off x="943863" y="31134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4" name="TextBox 13">
            <a:extLst>
              <a:ext uri="{FF2B5EF4-FFF2-40B4-BE49-F238E27FC236}">
                <a16:creationId xmlns:a16="http://schemas.microsoft.com/office/drawing/2014/main" id="{EF2E5226-39BB-46BB-88B1-D467FB54A3F8}"/>
              </a:ext>
            </a:extLst>
          </p:cNvPr>
          <p:cNvSpPr txBox="1"/>
          <p:nvPr/>
        </p:nvSpPr>
        <p:spPr>
          <a:xfrm>
            <a:off x="3451867" y="4087291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Medición y análisis histórico 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2643A7FD-C5C0-43D6-A174-1074623D2A37}"/>
              </a:ext>
            </a:extLst>
          </p:cNvPr>
          <p:cNvSpPr txBox="1"/>
          <p:nvPr/>
        </p:nvSpPr>
        <p:spPr>
          <a:xfrm>
            <a:off x="3451867" y="2069237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Documentación centralizada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E4D74B9A-E64E-43B7-AB9F-DFEE9459DCA5}"/>
              </a:ext>
            </a:extLst>
          </p:cNvPr>
          <p:cNvSpPr txBox="1"/>
          <p:nvPr/>
        </p:nvSpPr>
        <p:spPr>
          <a:xfrm>
            <a:off x="3616358" y="1442496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GESTOR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96F34E21-A22A-4ACE-B24E-4B392AC92A2E}"/>
              </a:ext>
            </a:extLst>
          </p:cNvPr>
          <p:cNvSpPr txBox="1"/>
          <p:nvPr/>
        </p:nvSpPr>
        <p:spPr>
          <a:xfrm>
            <a:off x="3464631" y="3087393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sobre resultados del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9" name="TextBox 13">
            <a:extLst>
              <a:ext uri="{FF2B5EF4-FFF2-40B4-BE49-F238E27FC236}">
                <a16:creationId xmlns:a16="http://schemas.microsoft.com/office/drawing/2014/main" id="{A3D9BF61-473A-4E9E-B836-8AB89E11B834}"/>
              </a:ext>
            </a:extLst>
          </p:cNvPr>
          <p:cNvSpPr txBox="1"/>
          <p:nvPr/>
        </p:nvSpPr>
        <p:spPr>
          <a:xfrm>
            <a:off x="3464631" y="5130740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Refuerzo capacitaciones por resultados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BF7006C-AB5F-486F-8D4D-57F42A6AF8FD}"/>
              </a:ext>
            </a:extLst>
          </p:cNvPr>
          <p:cNvGrpSpPr/>
          <p:nvPr/>
        </p:nvGrpSpPr>
        <p:grpSpPr>
          <a:xfrm>
            <a:off x="3861631" y="855816"/>
            <a:ext cx="671965" cy="565486"/>
            <a:chOff x="806241" y="1666868"/>
            <a:chExt cx="671965" cy="565486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2C3614B6-A9A8-4965-9BF1-058132B34CB3}"/>
                </a:ext>
              </a:extLst>
            </p:cNvPr>
            <p:cNvSpPr/>
            <p:nvPr/>
          </p:nvSpPr>
          <p:spPr>
            <a:xfrm>
              <a:off x="814613" y="1666868"/>
              <a:ext cx="663593" cy="561871"/>
            </a:xfrm>
            <a:custGeom>
              <a:avLst/>
              <a:gdLst>
                <a:gd name="connsiteX0" fmla="*/ 0 w 2051352"/>
                <a:gd name="connsiteY0" fmla="*/ 0 h 2197642"/>
                <a:gd name="connsiteX1" fmla="*/ 2051352 w 2051352"/>
                <a:gd name="connsiteY1" fmla="*/ 335881 h 2197642"/>
                <a:gd name="connsiteX2" fmla="*/ 1897053 w 2051352"/>
                <a:gd name="connsiteY2" fmla="*/ 2197642 h 2197642"/>
                <a:gd name="connsiteX3" fmla="*/ 0 w 2051352"/>
                <a:gd name="connsiteY3" fmla="*/ 2197642 h 2197642"/>
                <a:gd name="connsiteX4" fmla="*/ 0 w 2051352"/>
                <a:gd name="connsiteY4" fmla="*/ 0 h 2197642"/>
                <a:gd name="connsiteX0" fmla="*/ 0 w 2051352"/>
                <a:gd name="connsiteY0" fmla="*/ 62200 h 2259842"/>
                <a:gd name="connsiteX1" fmla="*/ 2051352 w 2051352"/>
                <a:gd name="connsiteY1" fmla="*/ 398081 h 2259842"/>
                <a:gd name="connsiteX2" fmla="*/ 1897053 w 2051352"/>
                <a:gd name="connsiteY2" fmla="*/ 2259842 h 2259842"/>
                <a:gd name="connsiteX3" fmla="*/ 0 w 2051352"/>
                <a:gd name="connsiteY3" fmla="*/ 2259842 h 2259842"/>
                <a:gd name="connsiteX4" fmla="*/ 0 w 2051352"/>
                <a:gd name="connsiteY4" fmla="*/ 62200 h 2259842"/>
                <a:gd name="connsiteX0" fmla="*/ 338599 w 2389951"/>
                <a:gd name="connsiteY0" fmla="*/ 62200 h 2259842"/>
                <a:gd name="connsiteX1" fmla="*/ 2389951 w 2389951"/>
                <a:gd name="connsiteY1" fmla="*/ 398081 h 2259842"/>
                <a:gd name="connsiteX2" fmla="*/ 2235652 w 2389951"/>
                <a:gd name="connsiteY2" fmla="*/ 2259842 h 2259842"/>
                <a:gd name="connsiteX3" fmla="*/ 338599 w 2389951"/>
                <a:gd name="connsiteY3" fmla="*/ 2259842 h 2259842"/>
                <a:gd name="connsiteX4" fmla="*/ 338599 w 2389951"/>
                <a:gd name="connsiteY4" fmla="*/ 62200 h 2259842"/>
                <a:gd name="connsiteX0" fmla="*/ 336117 w 2397111"/>
                <a:gd name="connsiteY0" fmla="*/ 167461 h 2201962"/>
                <a:gd name="connsiteX1" fmla="*/ 2397111 w 2397111"/>
                <a:gd name="connsiteY1" fmla="*/ 340201 h 2201962"/>
                <a:gd name="connsiteX2" fmla="*/ 2242812 w 2397111"/>
                <a:gd name="connsiteY2" fmla="*/ 2201962 h 2201962"/>
                <a:gd name="connsiteX3" fmla="*/ 345759 w 2397111"/>
                <a:gd name="connsiteY3" fmla="*/ 2201962 h 2201962"/>
                <a:gd name="connsiteX4" fmla="*/ 336117 w 2397111"/>
                <a:gd name="connsiteY4" fmla="*/ 167461 h 2201962"/>
                <a:gd name="connsiteX0" fmla="*/ 336117 w 2397111"/>
                <a:gd name="connsiteY0" fmla="*/ 275063 h 2309564"/>
                <a:gd name="connsiteX1" fmla="*/ 2397111 w 2397111"/>
                <a:gd name="connsiteY1" fmla="*/ 447803 h 2309564"/>
                <a:gd name="connsiteX2" fmla="*/ 2242812 w 2397111"/>
                <a:gd name="connsiteY2" fmla="*/ 2309564 h 2309564"/>
                <a:gd name="connsiteX3" fmla="*/ 345759 w 2397111"/>
                <a:gd name="connsiteY3" fmla="*/ 2309564 h 2309564"/>
                <a:gd name="connsiteX4" fmla="*/ 336117 w 2397111"/>
                <a:gd name="connsiteY4" fmla="*/ 275063 h 2309564"/>
                <a:gd name="connsiteX0" fmla="*/ 282165 w 2343159"/>
                <a:gd name="connsiteY0" fmla="*/ 275063 h 2309564"/>
                <a:gd name="connsiteX1" fmla="*/ 2343159 w 2343159"/>
                <a:gd name="connsiteY1" fmla="*/ 447803 h 2309564"/>
                <a:gd name="connsiteX2" fmla="*/ 2188860 w 2343159"/>
                <a:gd name="connsiteY2" fmla="*/ 2309564 h 2309564"/>
                <a:gd name="connsiteX3" fmla="*/ 542546 w 2343159"/>
                <a:gd name="connsiteY3" fmla="*/ 2108037 h 2309564"/>
                <a:gd name="connsiteX4" fmla="*/ 282165 w 2343159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190818"/>
                <a:gd name="connsiteX1" fmla="*/ 2479226 w 2479226"/>
                <a:gd name="connsiteY1" fmla="*/ 447803 h 2190818"/>
                <a:gd name="connsiteX2" fmla="*/ 2324927 w 2479226"/>
                <a:gd name="connsiteY2" fmla="*/ 1935297 h 2190818"/>
                <a:gd name="connsiteX3" fmla="*/ 678613 w 2479226"/>
                <a:gd name="connsiteY3" fmla="*/ 2108037 h 2190818"/>
                <a:gd name="connsiteX4" fmla="*/ 418232 w 2479226"/>
                <a:gd name="connsiteY4" fmla="*/ 275063 h 2190818"/>
                <a:gd name="connsiteX0" fmla="*/ 418232 w 2479226"/>
                <a:gd name="connsiteY0" fmla="*/ 275063 h 2264371"/>
                <a:gd name="connsiteX1" fmla="*/ 2479226 w 2479226"/>
                <a:gd name="connsiteY1" fmla="*/ 447803 h 2264371"/>
                <a:gd name="connsiteX2" fmla="*/ 2324927 w 2479226"/>
                <a:gd name="connsiteY2" fmla="*/ 1935297 h 2264371"/>
                <a:gd name="connsiteX3" fmla="*/ 678613 w 2479226"/>
                <a:gd name="connsiteY3" fmla="*/ 2108037 h 2264371"/>
                <a:gd name="connsiteX4" fmla="*/ 418232 w 2479226"/>
                <a:gd name="connsiteY4" fmla="*/ 275063 h 2264371"/>
                <a:gd name="connsiteX0" fmla="*/ 418232 w 2540990"/>
                <a:gd name="connsiteY0" fmla="*/ 275063 h 2264371"/>
                <a:gd name="connsiteX1" fmla="*/ 2479226 w 2540990"/>
                <a:gd name="connsiteY1" fmla="*/ 447803 h 2264371"/>
                <a:gd name="connsiteX2" fmla="*/ 2324927 w 2540990"/>
                <a:gd name="connsiteY2" fmla="*/ 1935297 h 2264371"/>
                <a:gd name="connsiteX3" fmla="*/ 678613 w 2540990"/>
                <a:gd name="connsiteY3" fmla="*/ 2108037 h 2264371"/>
                <a:gd name="connsiteX4" fmla="*/ 418232 w 2540990"/>
                <a:gd name="connsiteY4" fmla="*/ 275063 h 2264371"/>
                <a:gd name="connsiteX0" fmla="*/ 418232 w 2687449"/>
                <a:gd name="connsiteY0" fmla="*/ 275063 h 2264371"/>
                <a:gd name="connsiteX1" fmla="*/ 2479226 w 2687449"/>
                <a:gd name="connsiteY1" fmla="*/ 447803 h 2264371"/>
                <a:gd name="connsiteX2" fmla="*/ 2324927 w 2687449"/>
                <a:gd name="connsiteY2" fmla="*/ 1935297 h 2264371"/>
                <a:gd name="connsiteX3" fmla="*/ 678613 w 2687449"/>
                <a:gd name="connsiteY3" fmla="*/ 2108037 h 2264371"/>
                <a:gd name="connsiteX4" fmla="*/ 418232 w 2687449"/>
                <a:gd name="connsiteY4" fmla="*/ 275063 h 226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7449" h="2264371">
                  <a:moveTo>
                    <a:pt x="418232" y="275063"/>
                  </a:moveTo>
                  <a:cubicBezTo>
                    <a:pt x="880210" y="31950"/>
                    <a:pt x="1486844" y="-268741"/>
                    <a:pt x="2479226" y="447803"/>
                  </a:cubicBezTo>
                  <a:cubicBezTo>
                    <a:pt x="2813540" y="1116370"/>
                    <a:pt x="2733176" y="1525839"/>
                    <a:pt x="2324927" y="1935297"/>
                  </a:cubicBezTo>
                  <a:cubicBezTo>
                    <a:pt x="1679722" y="2271173"/>
                    <a:pt x="1468474" y="2386341"/>
                    <a:pt x="678613" y="2108037"/>
                  </a:cubicBezTo>
                  <a:cubicBezTo>
                    <a:pt x="51774" y="1672985"/>
                    <a:pt x="-343621" y="1362682"/>
                    <a:pt x="418232" y="275063"/>
                  </a:cubicBezTo>
                  <a:close/>
                </a:path>
              </a:pathLst>
            </a:custGeom>
            <a:blipFill>
              <a:blip r:embed="rId2"/>
              <a:stretch>
                <a:fillRect l="-199819" t="-142400" r="-4227" b="-20059"/>
              </a:stretch>
            </a:blipFill>
          </p:spPr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8644B3C5-7281-4C7D-B9FE-0F4E8C00BBDB}"/>
                </a:ext>
              </a:extLst>
            </p:cNvPr>
            <p:cNvSpPr/>
            <p:nvPr/>
          </p:nvSpPr>
          <p:spPr>
            <a:xfrm>
              <a:off x="806241" y="166686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02D318B-5EFC-492C-919D-85EB71C5FC47}"/>
              </a:ext>
            </a:extLst>
          </p:cNvPr>
          <p:cNvGrpSpPr/>
          <p:nvPr/>
        </p:nvGrpSpPr>
        <p:grpSpPr>
          <a:xfrm>
            <a:off x="1418472" y="2890370"/>
            <a:ext cx="3632781" cy="2040875"/>
            <a:chOff x="817781" y="3362036"/>
            <a:chExt cx="10755383" cy="2040875"/>
          </a:xfrm>
        </p:grpSpPr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FD173AAB-B023-4A63-A9E0-10F942DD8C40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216C7B2C-FE57-4001-8E26-71E53BB3A58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45727007-8A90-4C25-A8B8-4881C9CA7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7DF2817-D09C-4A06-A9A1-D56D6F152068}"/>
              </a:ext>
            </a:extLst>
          </p:cNvPr>
          <p:cNvCxnSpPr>
            <a:cxnSpLocks/>
          </p:cNvCxnSpPr>
          <p:nvPr/>
        </p:nvCxnSpPr>
        <p:spPr>
          <a:xfrm>
            <a:off x="1476665" y="1944148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13">
            <a:extLst>
              <a:ext uri="{FF2B5EF4-FFF2-40B4-BE49-F238E27FC236}">
                <a16:creationId xmlns:a16="http://schemas.microsoft.com/office/drawing/2014/main" id="{7830BC75-123D-4467-91E0-4304474CE99B}"/>
              </a:ext>
            </a:extLst>
          </p:cNvPr>
          <p:cNvSpPr txBox="1"/>
          <p:nvPr/>
        </p:nvSpPr>
        <p:spPr>
          <a:xfrm>
            <a:off x="5085569" y="1446338"/>
            <a:ext cx="1845374" cy="64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COORD. IPRESS (Jefe de Calidad)</a:t>
            </a:r>
          </a:p>
          <a:p>
            <a:pPr algn="ctr">
              <a:lnSpc>
                <a:spcPts val="1679"/>
              </a:lnSpc>
            </a:pP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B6EB368D-F7D5-4CAB-80A8-00AE8BEDE39D}"/>
              </a:ext>
            </a:extLst>
          </p:cNvPr>
          <p:cNvSpPr txBox="1"/>
          <p:nvPr/>
        </p:nvSpPr>
        <p:spPr>
          <a:xfrm>
            <a:off x="7137898" y="3071497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Guía en linea de sustentación de criterios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4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6196716B-64DC-4521-92CC-DAE12E8A4ECD}"/>
              </a:ext>
            </a:extLst>
          </p:cNvPr>
          <p:cNvSpPr txBox="1"/>
          <p:nvPr/>
        </p:nvSpPr>
        <p:spPr>
          <a:xfrm>
            <a:off x="7137898" y="2086542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Validación sustento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3619382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GENERACION DOCUMENTAL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348722D-D1C1-49FD-A339-6D1D7480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04" y="87594"/>
            <a:ext cx="12226608" cy="66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02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REGISTRO EN PLANTILLA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13BAD5-163A-4C1A-ACA7-67F35629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10" y="272036"/>
            <a:ext cx="10641135" cy="605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97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GENERACION DOCUMENTAL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993C2F-48FA-4D0D-9984-BD863715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0198"/>
            <a:ext cx="12192000" cy="821228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6872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GENERACION DOCUMENTAL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348722D-D1C1-49FD-A339-6D1D7480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04" y="87594"/>
            <a:ext cx="12226608" cy="668281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6B9D380-ED63-4DA4-8651-B847111B6683}"/>
              </a:ext>
            </a:extLst>
          </p:cNvPr>
          <p:cNvSpPr/>
          <p:nvPr/>
        </p:nvSpPr>
        <p:spPr>
          <a:xfrm>
            <a:off x="2358639" y="4862557"/>
            <a:ext cx="9477286" cy="461958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0EC569-E941-41E2-930A-AB0886EA78EE}"/>
              </a:ext>
            </a:extLst>
          </p:cNvPr>
          <p:cNvSpPr/>
          <p:nvPr/>
        </p:nvSpPr>
        <p:spPr>
          <a:xfrm>
            <a:off x="2358639" y="5741349"/>
            <a:ext cx="9477286" cy="461958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0420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GENERACION DOCUMENTAL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B9D380-ED63-4DA4-8651-B847111B6683}"/>
              </a:ext>
            </a:extLst>
          </p:cNvPr>
          <p:cNvSpPr/>
          <p:nvPr/>
        </p:nvSpPr>
        <p:spPr>
          <a:xfrm>
            <a:off x="2358639" y="4862557"/>
            <a:ext cx="9477286" cy="461958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0557551-29F1-4BFB-967C-892038A7D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5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98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CÁLCULO DE PUNTAJE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F9CBAD-50CC-47D7-B971-23E138A4F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33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79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CÁLCULO DE PUNTAJE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460B26-6D68-4663-B82E-2BCB3925B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05944" cy="756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61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B114DC9-47BA-4ED4-915E-76AABE125659}"/>
              </a:ext>
            </a:extLst>
          </p:cNvPr>
          <p:cNvGrpSpPr/>
          <p:nvPr/>
        </p:nvGrpSpPr>
        <p:grpSpPr>
          <a:xfrm>
            <a:off x="5530713" y="847901"/>
            <a:ext cx="669752" cy="579745"/>
            <a:chOff x="4755488" y="893463"/>
            <a:chExt cx="669752" cy="579745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DC92492-AD64-4D88-A971-44E82F31704F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5A6683AD-7C48-42AB-8B9C-1A75F31A4C40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D008826-D635-4D83-BC10-010C5E3DBEA5}"/>
              </a:ext>
            </a:extLst>
          </p:cNvPr>
          <p:cNvSpPr/>
          <p:nvPr/>
        </p:nvSpPr>
        <p:spPr>
          <a:xfrm>
            <a:off x="5279979" y="1749678"/>
            <a:ext cx="1496810" cy="4225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763A6F00-C7FA-49EB-8902-D1F9F44B78B5}"/>
              </a:ext>
            </a:extLst>
          </p:cNvPr>
          <p:cNvSpPr txBox="1"/>
          <p:nvPr/>
        </p:nvSpPr>
        <p:spPr>
          <a:xfrm>
            <a:off x="5370021" y="3395381"/>
            <a:ext cx="1316723" cy="640368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Carga documentaria por proceso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99970E5-11CE-4B5C-9602-4B6C78FAABF5}"/>
              </a:ext>
            </a:extLst>
          </p:cNvPr>
          <p:cNvSpPr/>
          <p:nvPr/>
        </p:nvSpPr>
        <p:spPr>
          <a:xfrm>
            <a:off x="1202013" y="1749677"/>
            <a:ext cx="3945646" cy="424275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2049A-30C8-42DF-A0A7-2F74E351433E}"/>
              </a:ext>
            </a:extLst>
          </p:cNvPr>
          <p:cNvSpPr/>
          <p:nvPr/>
        </p:nvSpPr>
        <p:spPr>
          <a:xfrm>
            <a:off x="6939191" y="1749678"/>
            <a:ext cx="3945646" cy="4242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51C73956-3106-4C9C-AA98-9F17B4620AE7}"/>
              </a:ext>
            </a:extLst>
          </p:cNvPr>
          <p:cNvSpPr txBox="1"/>
          <p:nvPr/>
        </p:nvSpPr>
        <p:spPr>
          <a:xfrm>
            <a:off x="7216832" y="1442497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AUTOEV.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3057B5DA-6287-4352-B58A-0DC551B69A70}"/>
              </a:ext>
            </a:extLst>
          </p:cNvPr>
          <p:cNvSpPr txBox="1"/>
          <p:nvPr/>
        </p:nvSpPr>
        <p:spPr>
          <a:xfrm>
            <a:off x="9127156" y="1432022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RED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2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50A127CD-4AFD-40CB-A7F7-AF0292DC0011}"/>
              </a:ext>
            </a:extLst>
          </p:cNvPr>
          <p:cNvSpPr txBox="1"/>
          <p:nvPr/>
        </p:nvSpPr>
        <p:spPr>
          <a:xfrm>
            <a:off x="9037972" y="409912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 de avance en proceso</a:t>
            </a:r>
            <a:endParaRPr lang="en-US" b="1" u="sng" dirty="0">
              <a:solidFill>
                <a:schemeClr val="accent1">
                  <a:lumMod val="50000"/>
                  <a:lumOff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8" name="TextBox 13">
            <a:extLst>
              <a:ext uri="{FF2B5EF4-FFF2-40B4-BE49-F238E27FC236}">
                <a16:creationId xmlns:a16="http://schemas.microsoft.com/office/drawing/2014/main" id="{709A89C7-CB56-472A-A950-676E6557B41B}"/>
              </a:ext>
            </a:extLst>
          </p:cNvPr>
          <p:cNvSpPr txBox="1"/>
          <p:nvPr/>
        </p:nvSpPr>
        <p:spPr>
          <a:xfrm>
            <a:off x="7081188" y="5115694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rápido de baja puntuación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9" name="TextBox 13">
            <a:extLst>
              <a:ext uri="{FF2B5EF4-FFF2-40B4-BE49-F238E27FC236}">
                <a16:creationId xmlns:a16="http://schemas.microsoft.com/office/drawing/2014/main" id="{8FF9BE29-EF02-40B8-B3B5-05F56CE49494}"/>
              </a:ext>
            </a:extLst>
          </p:cNvPr>
          <p:cNvSpPr txBox="1"/>
          <p:nvPr/>
        </p:nvSpPr>
        <p:spPr>
          <a:xfrm>
            <a:off x="9051939" y="2066438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múltiple en documentos nivel I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0" name="TextBox 13">
            <a:extLst>
              <a:ext uri="{FF2B5EF4-FFF2-40B4-BE49-F238E27FC236}">
                <a16:creationId xmlns:a16="http://schemas.microsoft.com/office/drawing/2014/main" id="{04B45D3E-7A75-418D-93F0-638924099610}"/>
              </a:ext>
            </a:extLst>
          </p:cNvPr>
          <p:cNvSpPr txBox="1"/>
          <p:nvPr/>
        </p:nvSpPr>
        <p:spPr>
          <a:xfrm>
            <a:off x="9037972" y="511569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rendimiento por Ipress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1" name="TextBox 13">
            <a:extLst>
              <a:ext uri="{FF2B5EF4-FFF2-40B4-BE49-F238E27FC236}">
                <a16:creationId xmlns:a16="http://schemas.microsoft.com/office/drawing/2014/main" id="{D3BA61AB-F753-4B03-9184-ED1D8AC12BA1}"/>
              </a:ext>
            </a:extLst>
          </p:cNvPr>
          <p:cNvSpPr txBox="1"/>
          <p:nvPr/>
        </p:nvSpPr>
        <p:spPr>
          <a:xfrm>
            <a:off x="9051939" y="307739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Alertas de seguimiento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68515A3-FEED-41E9-8EF7-F623B50A257E}"/>
              </a:ext>
            </a:extLst>
          </p:cNvPr>
          <p:cNvGrpSpPr/>
          <p:nvPr/>
        </p:nvGrpSpPr>
        <p:grpSpPr>
          <a:xfrm>
            <a:off x="7048310" y="2889751"/>
            <a:ext cx="3632781" cy="2040875"/>
            <a:chOff x="817781" y="3362036"/>
            <a:chExt cx="10755383" cy="2040875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D299F5F2-BB05-42EC-A45F-9D1A038264E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58B3BA6-9A67-45FA-9398-BC20316B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57DFFA29-C1F7-434C-8ACC-5F58AEFAE264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Rectángulo: esquinas redondeadas 341">
            <a:extLst>
              <a:ext uri="{FF2B5EF4-FFF2-40B4-BE49-F238E27FC236}">
                <a16:creationId xmlns:a16="http://schemas.microsoft.com/office/drawing/2014/main" id="{6B253643-43D6-433D-9205-DABC5F3006E7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FUNCIONALIDADES SEGÚN ROL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9BA85029-0195-4871-A9CB-B8920C7EF3A7}"/>
              </a:ext>
            </a:extLst>
          </p:cNvPr>
          <p:cNvCxnSpPr>
            <a:cxnSpLocks/>
          </p:cNvCxnSpPr>
          <p:nvPr/>
        </p:nvCxnSpPr>
        <p:spPr>
          <a:xfrm>
            <a:off x="7106503" y="1943529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601B70-E2AF-4F86-9260-E9DFD67A45C4}"/>
              </a:ext>
            </a:extLst>
          </p:cNvPr>
          <p:cNvGrpSpPr/>
          <p:nvPr/>
        </p:nvGrpSpPr>
        <p:grpSpPr>
          <a:xfrm>
            <a:off x="7508415" y="847901"/>
            <a:ext cx="669752" cy="579745"/>
            <a:chOff x="1047750" y="2287318"/>
            <a:chExt cx="669752" cy="579745"/>
          </a:xfrm>
        </p:grpSpPr>
        <p:sp>
          <p:nvSpPr>
            <p:cNvPr id="353" name="Freeform 9">
              <a:extLst>
                <a:ext uri="{FF2B5EF4-FFF2-40B4-BE49-F238E27FC236}">
                  <a16:creationId xmlns:a16="http://schemas.microsoft.com/office/drawing/2014/main" id="{531E2E0A-DCD2-42F1-B64F-77ED8056B707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97569DB-D810-4B3F-A86E-42BF22F63DF3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6B1FF07-4A14-4B63-9582-F7ECFEC5C57C}"/>
              </a:ext>
            </a:extLst>
          </p:cNvPr>
          <p:cNvGrpSpPr/>
          <p:nvPr/>
        </p:nvGrpSpPr>
        <p:grpSpPr>
          <a:xfrm>
            <a:off x="9369906" y="862160"/>
            <a:ext cx="672274" cy="569342"/>
            <a:chOff x="968717" y="2728528"/>
            <a:chExt cx="672274" cy="569342"/>
          </a:xfrm>
        </p:grpSpPr>
        <p:sp>
          <p:nvSpPr>
            <p:cNvPr id="351" name="Freeform 27">
              <a:extLst>
                <a:ext uri="{FF2B5EF4-FFF2-40B4-BE49-F238E27FC236}">
                  <a16:creationId xmlns:a16="http://schemas.microsoft.com/office/drawing/2014/main" id="{55D7DA97-B5DE-4B3A-9E6B-7BEB373AAE4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2"/>
              <a:stretch>
                <a:fillRect l="-7920" t="-19093" r="-196126" b="-143366"/>
              </a:stretch>
            </a:blipFill>
          </p:spPr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2E62FBC0-B6BE-42ED-91D2-6B25531E4FE4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1" name="Rectángulo 360">
            <a:extLst>
              <a:ext uri="{FF2B5EF4-FFF2-40B4-BE49-F238E27FC236}">
                <a16:creationId xmlns:a16="http://schemas.microsoft.com/office/drawing/2014/main" id="{3DB9DEAE-EB83-4D49-94C2-AE99C0341418}"/>
              </a:ext>
            </a:extLst>
          </p:cNvPr>
          <p:cNvSpPr/>
          <p:nvPr/>
        </p:nvSpPr>
        <p:spPr>
          <a:xfrm flipH="1">
            <a:off x="1202013" y="6042631"/>
            <a:ext cx="9682824" cy="6769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                </a:t>
            </a:r>
            <a:endParaRPr lang="es-PE"/>
          </a:p>
        </p:txBody>
      </p:sp>
      <p:sp>
        <p:nvSpPr>
          <p:cNvPr id="362" name="TextBox 13">
            <a:extLst>
              <a:ext uri="{FF2B5EF4-FFF2-40B4-BE49-F238E27FC236}">
                <a16:creationId xmlns:a16="http://schemas.microsoft.com/office/drawing/2014/main" id="{77A7C5C9-A603-476A-8DEF-D9D384922414}"/>
              </a:ext>
            </a:extLst>
          </p:cNvPr>
          <p:cNvSpPr txBox="1"/>
          <p:nvPr/>
        </p:nvSpPr>
        <p:spPr>
          <a:xfrm>
            <a:off x="74843" y="6515195"/>
            <a:ext cx="2055384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ADMIN SIST.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511C727-0FD9-42A8-952F-19EED611416E}"/>
              </a:ext>
            </a:extLst>
          </p:cNvPr>
          <p:cNvGrpSpPr/>
          <p:nvPr/>
        </p:nvGrpSpPr>
        <p:grpSpPr>
          <a:xfrm>
            <a:off x="263047" y="5872338"/>
            <a:ext cx="677617" cy="575338"/>
            <a:chOff x="9742173" y="1021676"/>
            <a:chExt cx="677617" cy="575338"/>
          </a:xfrm>
        </p:grpSpPr>
        <p:sp>
          <p:nvSpPr>
            <p:cNvPr id="366" name="Freeform 8">
              <a:extLst>
                <a:ext uri="{FF2B5EF4-FFF2-40B4-BE49-F238E27FC236}">
                  <a16:creationId xmlns:a16="http://schemas.microsoft.com/office/drawing/2014/main" id="{8230747A-ED49-4EA2-BB3E-FE058AF16550}"/>
                </a:ext>
              </a:extLst>
            </p:cNvPr>
            <p:cNvSpPr/>
            <p:nvPr/>
          </p:nvSpPr>
          <p:spPr>
            <a:xfrm>
              <a:off x="9742173" y="1021676"/>
              <a:ext cx="677617" cy="575338"/>
            </a:xfrm>
            <a:custGeom>
              <a:avLst/>
              <a:gdLst>
                <a:gd name="connsiteX0" fmla="*/ 0 w 1989836"/>
                <a:gd name="connsiteY0" fmla="*/ 144333 h 2197642"/>
                <a:gd name="connsiteX1" fmla="*/ 1989836 w 1989836"/>
                <a:gd name="connsiteY1" fmla="*/ 0 h 2197642"/>
                <a:gd name="connsiteX2" fmla="*/ 1989836 w 1989836"/>
                <a:gd name="connsiteY2" fmla="*/ 2197642 h 2197642"/>
                <a:gd name="connsiteX3" fmla="*/ 92783 w 1989836"/>
                <a:gd name="connsiteY3" fmla="*/ 2197642 h 2197642"/>
                <a:gd name="connsiteX4" fmla="*/ 0 w 1989836"/>
                <a:gd name="connsiteY4" fmla="*/ 144333 h 2197642"/>
                <a:gd name="connsiteX0" fmla="*/ 0 w 1989836"/>
                <a:gd name="connsiteY0" fmla="*/ 285259 h 2338568"/>
                <a:gd name="connsiteX1" fmla="*/ 1989836 w 1989836"/>
                <a:gd name="connsiteY1" fmla="*/ 140926 h 2338568"/>
                <a:gd name="connsiteX2" fmla="*/ 1989836 w 1989836"/>
                <a:gd name="connsiteY2" fmla="*/ 2338568 h 2338568"/>
                <a:gd name="connsiteX3" fmla="*/ 92783 w 1989836"/>
                <a:gd name="connsiteY3" fmla="*/ 2338568 h 2338568"/>
                <a:gd name="connsiteX4" fmla="*/ 0 w 1989836"/>
                <a:gd name="connsiteY4" fmla="*/ 285259 h 2338568"/>
                <a:gd name="connsiteX0" fmla="*/ 400502 w 2390338"/>
                <a:gd name="connsiteY0" fmla="*/ 285259 h 2338568"/>
                <a:gd name="connsiteX1" fmla="*/ 2390338 w 2390338"/>
                <a:gd name="connsiteY1" fmla="*/ 140926 h 2338568"/>
                <a:gd name="connsiteX2" fmla="*/ 2390338 w 2390338"/>
                <a:gd name="connsiteY2" fmla="*/ 2338568 h 2338568"/>
                <a:gd name="connsiteX3" fmla="*/ 493285 w 2390338"/>
                <a:gd name="connsiteY3" fmla="*/ 2338568 h 2338568"/>
                <a:gd name="connsiteX4" fmla="*/ 400502 w 2390338"/>
                <a:gd name="connsiteY4" fmla="*/ 285259 h 2338568"/>
                <a:gd name="connsiteX0" fmla="*/ 336224 w 2326060"/>
                <a:gd name="connsiteY0" fmla="*/ 285259 h 2338568"/>
                <a:gd name="connsiteX1" fmla="*/ 2326060 w 2326060"/>
                <a:gd name="connsiteY1" fmla="*/ 140926 h 2338568"/>
                <a:gd name="connsiteX2" fmla="*/ 2326060 w 2326060"/>
                <a:gd name="connsiteY2" fmla="*/ 2338568 h 2338568"/>
                <a:gd name="connsiteX3" fmla="*/ 748598 w 2326060"/>
                <a:gd name="connsiteY3" fmla="*/ 2338568 h 2338568"/>
                <a:gd name="connsiteX4" fmla="*/ 336224 w 2326060"/>
                <a:gd name="connsiteY4" fmla="*/ 285259 h 2338568"/>
                <a:gd name="connsiteX0" fmla="*/ 409421 w 2399257"/>
                <a:gd name="connsiteY0" fmla="*/ 285259 h 2338568"/>
                <a:gd name="connsiteX1" fmla="*/ 2399257 w 2399257"/>
                <a:gd name="connsiteY1" fmla="*/ 140926 h 2338568"/>
                <a:gd name="connsiteX2" fmla="*/ 2399257 w 2399257"/>
                <a:gd name="connsiteY2" fmla="*/ 2338568 h 2338568"/>
                <a:gd name="connsiteX3" fmla="*/ 821795 w 2399257"/>
                <a:gd name="connsiteY3" fmla="*/ 2338568 h 2338568"/>
                <a:gd name="connsiteX4" fmla="*/ 409421 w 2399257"/>
                <a:gd name="connsiteY4" fmla="*/ 285259 h 2338568"/>
                <a:gd name="connsiteX0" fmla="*/ 409421 w 2399257"/>
                <a:gd name="connsiteY0" fmla="*/ 285259 h 2407297"/>
                <a:gd name="connsiteX1" fmla="*/ 2399257 w 2399257"/>
                <a:gd name="connsiteY1" fmla="*/ 140926 h 2407297"/>
                <a:gd name="connsiteX2" fmla="*/ 2399257 w 2399257"/>
                <a:gd name="connsiteY2" fmla="*/ 2338568 h 2407297"/>
                <a:gd name="connsiteX3" fmla="*/ 821795 w 2399257"/>
                <a:gd name="connsiteY3" fmla="*/ 2338568 h 2407297"/>
                <a:gd name="connsiteX4" fmla="*/ 409421 w 2399257"/>
                <a:gd name="connsiteY4" fmla="*/ 285259 h 2407297"/>
                <a:gd name="connsiteX0" fmla="*/ 409421 w 2543586"/>
                <a:gd name="connsiteY0" fmla="*/ 285259 h 2369566"/>
                <a:gd name="connsiteX1" fmla="*/ 2399257 w 2543586"/>
                <a:gd name="connsiteY1" fmla="*/ 140926 h 2369566"/>
                <a:gd name="connsiteX2" fmla="*/ 2543586 w 2543586"/>
                <a:gd name="connsiteY2" fmla="*/ 2018977 h 2369566"/>
                <a:gd name="connsiteX3" fmla="*/ 821795 w 2543586"/>
                <a:gd name="connsiteY3" fmla="*/ 2338568 h 2369566"/>
                <a:gd name="connsiteX4" fmla="*/ 409421 w 2543586"/>
                <a:gd name="connsiteY4" fmla="*/ 285259 h 2369566"/>
                <a:gd name="connsiteX0" fmla="*/ 409421 w 2543586"/>
                <a:gd name="connsiteY0" fmla="*/ 285259 h 2420674"/>
                <a:gd name="connsiteX1" fmla="*/ 2399257 w 2543586"/>
                <a:gd name="connsiteY1" fmla="*/ 140926 h 2420674"/>
                <a:gd name="connsiteX2" fmla="*/ 2543586 w 2543586"/>
                <a:gd name="connsiteY2" fmla="*/ 2018977 h 2420674"/>
                <a:gd name="connsiteX3" fmla="*/ 821795 w 2543586"/>
                <a:gd name="connsiteY3" fmla="*/ 2338568 h 2420674"/>
                <a:gd name="connsiteX4" fmla="*/ 409421 w 2543586"/>
                <a:gd name="connsiteY4" fmla="*/ 285259 h 2420674"/>
                <a:gd name="connsiteX0" fmla="*/ 409421 w 2877749"/>
                <a:gd name="connsiteY0" fmla="*/ 285259 h 2420674"/>
                <a:gd name="connsiteX1" fmla="*/ 2399257 w 2877749"/>
                <a:gd name="connsiteY1" fmla="*/ 140926 h 2420674"/>
                <a:gd name="connsiteX2" fmla="*/ 2543586 w 2877749"/>
                <a:gd name="connsiteY2" fmla="*/ 2018977 h 2420674"/>
                <a:gd name="connsiteX3" fmla="*/ 821795 w 2877749"/>
                <a:gd name="connsiteY3" fmla="*/ 2338568 h 2420674"/>
                <a:gd name="connsiteX4" fmla="*/ 409421 w 2877749"/>
                <a:gd name="connsiteY4" fmla="*/ 285259 h 2420674"/>
                <a:gd name="connsiteX0" fmla="*/ 409421 w 2887243"/>
                <a:gd name="connsiteY0" fmla="*/ 252395 h 2387810"/>
                <a:gd name="connsiteX1" fmla="*/ 2440494 w 2887243"/>
                <a:gd name="connsiteY1" fmla="*/ 221466 h 2387810"/>
                <a:gd name="connsiteX2" fmla="*/ 2543586 w 2887243"/>
                <a:gd name="connsiteY2" fmla="*/ 1986113 h 2387810"/>
                <a:gd name="connsiteX3" fmla="*/ 821795 w 2887243"/>
                <a:gd name="connsiteY3" fmla="*/ 2305704 h 2387810"/>
                <a:gd name="connsiteX4" fmla="*/ 409421 w 2887243"/>
                <a:gd name="connsiteY4" fmla="*/ 252395 h 2387810"/>
                <a:gd name="connsiteX0" fmla="*/ 409421 w 2933663"/>
                <a:gd name="connsiteY0" fmla="*/ 252395 h 2387810"/>
                <a:gd name="connsiteX1" fmla="*/ 2440494 w 2933663"/>
                <a:gd name="connsiteY1" fmla="*/ 221466 h 2387810"/>
                <a:gd name="connsiteX2" fmla="*/ 2543586 w 2933663"/>
                <a:gd name="connsiteY2" fmla="*/ 1986113 h 2387810"/>
                <a:gd name="connsiteX3" fmla="*/ 821795 w 2933663"/>
                <a:gd name="connsiteY3" fmla="*/ 2305704 h 2387810"/>
                <a:gd name="connsiteX4" fmla="*/ 409421 w 2933663"/>
                <a:gd name="connsiteY4" fmla="*/ 252395 h 2387810"/>
                <a:gd name="connsiteX0" fmla="*/ 409421 w 2933663"/>
                <a:gd name="connsiteY0" fmla="*/ 355443 h 2490858"/>
                <a:gd name="connsiteX1" fmla="*/ 2440494 w 2933663"/>
                <a:gd name="connsiteY1" fmla="*/ 324514 h 2490858"/>
                <a:gd name="connsiteX2" fmla="*/ 2543586 w 2933663"/>
                <a:gd name="connsiteY2" fmla="*/ 2089161 h 2490858"/>
                <a:gd name="connsiteX3" fmla="*/ 821795 w 2933663"/>
                <a:gd name="connsiteY3" fmla="*/ 2408752 h 2490858"/>
                <a:gd name="connsiteX4" fmla="*/ 409421 w 2933663"/>
                <a:gd name="connsiteY4" fmla="*/ 355443 h 249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3663" h="2490858">
                  <a:moveTo>
                    <a:pt x="409421" y="355443"/>
                  </a:moveTo>
                  <a:cubicBezTo>
                    <a:pt x="1196412" y="-218443"/>
                    <a:pt x="1725666" y="1489"/>
                    <a:pt x="2440494" y="324514"/>
                  </a:cubicBezTo>
                  <a:cubicBezTo>
                    <a:pt x="2694789" y="589705"/>
                    <a:pt x="3351150" y="1215721"/>
                    <a:pt x="2543586" y="2089161"/>
                  </a:cubicBezTo>
                  <a:cubicBezTo>
                    <a:pt x="2007457" y="2522151"/>
                    <a:pt x="1595040" y="2563393"/>
                    <a:pt x="821795" y="2408752"/>
                  </a:cubicBezTo>
                  <a:cubicBezTo>
                    <a:pt x="378492" y="2074835"/>
                    <a:pt x="-528726" y="1503798"/>
                    <a:pt x="409421" y="355443"/>
                  </a:cubicBezTo>
                  <a:close/>
                </a:path>
              </a:pathLst>
            </a:custGeom>
            <a:blipFill>
              <a:blip r:embed="rId2"/>
              <a:stretch>
                <a:fillRect l="-192075" t="-15044" r="-11971" b="-147416"/>
              </a:stretch>
            </a:blipFill>
          </p:spPr>
        </p:sp>
        <p:sp>
          <p:nvSpPr>
            <p:cNvPr id="365" name="Elipse 364">
              <a:extLst>
                <a:ext uri="{FF2B5EF4-FFF2-40B4-BE49-F238E27FC236}">
                  <a16:creationId xmlns:a16="http://schemas.microsoft.com/office/drawing/2014/main" id="{06141503-6256-4BEC-AFC8-BCC127BBAE2B}"/>
                </a:ext>
              </a:extLst>
            </p:cNvPr>
            <p:cNvSpPr/>
            <p:nvPr/>
          </p:nvSpPr>
          <p:spPr>
            <a:xfrm>
              <a:off x="9742386" y="1028400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7" name="TextBox 13">
            <a:extLst>
              <a:ext uri="{FF2B5EF4-FFF2-40B4-BE49-F238E27FC236}">
                <a16:creationId xmlns:a16="http://schemas.microsoft.com/office/drawing/2014/main" id="{7931D729-C08A-41A5-8C21-6B989C8BCA9D}"/>
              </a:ext>
            </a:extLst>
          </p:cNvPr>
          <p:cNvSpPr txBox="1"/>
          <p:nvPr/>
        </p:nvSpPr>
        <p:spPr>
          <a:xfrm>
            <a:off x="3525905" y="6275845"/>
            <a:ext cx="2453458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Admin. de usuarios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8" name="TextBox 13">
            <a:extLst>
              <a:ext uri="{FF2B5EF4-FFF2-40B4-BE49-F238E27FC236}">
                <a16:creationId xmlns:a16="http://schemas.microsoft.com/office/drawing/2014/main" id="{7EDBE96F-20C0-4525-A29D-D34F558AAAD3}"/>
              </a:ext>
            </a:extLst>
          </p:cNvPr>
          <p:cNvSpPr txBox="1"/>
          <p:nvPr/>
        </p:nvSpPr>
        <p:spPr>
          <a:xfrm>
            <a:off x="6195065" y="6272094"/>
            <a:ext cx="2055384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Adm. de parámetros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3" name="TextBox 13">
            <a:extLst>
              <a:ext uri="{FF2B5EF4-FFF2-40B4-BE49-F238E27FC236}">
                <a16:creationId xmlns:a16="http://schemas.microsoft.com/office/drawing/2014/main" id="{7B6E0082-67D4-4397-8655-EE29C35A9C05}"/>
              </a:ext>
            </a:extLst>
          </p:cNvPr>
          <p:cNvSpPr txBox="1"/>
          <p:nvPr/>
        </p:nvSpPr>
        <p:spPr>
          <a:xfrm>
            <a:off x="1081912" y="1459952"/>
            <a:ext cx="2460397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GERENCIA/ DIR.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6F9D5E10-22F2-46CA-BBCC-577828F3DB4F}"/>
              </a:ext>
            </a:extLst>
          </p:cNvPr>
          <p:cNvSpPr txBox="1"/>
          <p:nvPr/>
        </p:nvSpPr>
        <p:spPr>
          <a:xfrm>
            <a:off x="1371155" y="4109565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 cumplimiento de meta GAMCC 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D768F732-9C63-4EC9-86E2-316B84AE3F4F}"/>
              </a:ext>
            </a:extLst>
          </p:cNvPr>
          <p:cNvSpPr txBox="1"/>
          <p:nvPr/>
        </p:nvSpPr>
        <p:spPr>
          <a:xfrm>
            <a:off x="1371155" y="5130740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Ajustar recursos según demanda evaluada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60CA4369-5363-4A7E-ABA1-F68CFBD3900D}"/>
              </a:ext>
            </a:extLst>
          </p:cNvPr>
          <p:cNvSpPr txBox="1"/>
          <p:nvPr/>
        </p:nvSpPr>
        <p:spPr>
          <a:xfrm>
            <a:off x="1371155" y="309586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Trazabilidad del proceso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9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2ED03036-CD35-435A-A411-3F7D94E6A04E}"/>
              </a:ext>
            </a:extLst>
          </p:cNvPr>
          <p:cNvSpPr txBox="1"/>
          <p:nvPr/>
        </p:nvSpPr>
        <p:spPr>
          <a:xfrm>
            <a:off x="1371153" y="2063826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del avance a nivel nacional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EF8045-553F-4ED4-9700-7F6DE7FBFCE4}"/>
              </a:ext>
            </a:extLst>
          </p:cNvPr>
          <p:cNvGrpSpPr/>
          <p:nvPr/>
        </p:nvGrpSpPr>
        <p:grpSpPr>
          <a:xfrm>
            <a:off x="1795351" y="854320"/>
            <a:ext cx="669752" cy="570120"/>
            <a:chOff x="943863" y="3108784"/>
            <a:chExt cx="669752" cy="570120"/>
          </a:xfrm>
        </p:grpSpPr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1A1F351E-9F09-4AA7-80FF-21D4097BB515}"/>
                </a:ext>
              </a:extLst>
            </p:cNvPr>
            <p:cNvSpPr/>
            <p:nvPr/>
          </p:nvSpPr>
          <p:spPr>
            <a:xfrm>
              <a:off x="947623" y="3108784"/>
              <a:ext cx="664316" cy="569648"/>
            </a:xfrm>
            <a:custGeom>
              <a:avLst/>
              <a:gdLst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2028697"/>
                <a:gd name="connsiteY0" fmla="*/ 0 h 2197642"/>
                <a:gd name="connsiteX1" fmla="*/ 1918188 w 2028697"/>
                <a:gd name="connsiteY1" fmla="*/ 507248 h 2197642"/>
                <a:gd name="connsiteX2" fmla="*/ 1897053 w 2028697"/>
                <a:gd name="connsiteY2" fmla="*/ 2197642 h 2197642"/>
                <a:gd name="connsiteX3" fmla="*/ 0 w 2028697"/>
                <a:gd name="connsiteY3" fmla="*/ 2197642 h 2197642"/>
                <a:gd name="connsiteX4" fmla="*/ 0 w 2028697"/>
                <a:gd name="connsiteY4" fmla="*/ 0 h 2197642"/>
                <a:gd name="connsiteX0" fmla="*/ 0 w 1981450"/>
                <a:gd name="connsiteY0" fmla="*/ 0 h 2197642"/>
                <a:gd name="connsiteX1" fmla="*/ 1918188 w 1981450"/>
                <a:gd name="connsiteY1" fmla="*/ 507248 h 2197642"/>
                <a:gd name="connsiteX2" fmla="*/ 1558887 w 1981450"/>
                <a:gd name="connsiteY2" fmla="*/ 1817206 h 2197642"/>
                <a:gd name="connsiteX3" fmla="*/ 0 w 1981450"/>
                <a:gd name="connsiteY3" fmla="*/ 2197642 h 2197642"/>
                <a:gd name="connsiteX4" fmla="*/ 0 w 1981450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1855416"/>
                <a:gd name="connsiteX1" fmla="*/ 1918188 w 2051396"/>
                <a:gd name="connsiteY1" fmla="*/ 507248 h 1855416"/>
                <a:gd name="connsiteX2" fmla="*/ 1558887 w 2051396"/>
                <a:gd name="connsiteY2" fmla="*/ 1817206 h 1855416"/>
                <a:gd name="connsiteX3" fmla="*/ 105677 w 2051396"/>
                <a:gd name="connsiteY3" fmla="*/ 1658691 h 1855416"/>
                <a:gd name="connsiteX4" fmla="*/ 0 w 2051396"/>
                <a:gd name="connsiteY4" fmla="*/ 0 h 1855416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30261"/>
                <a:gd name="connsiteY0" fmla="*/ 191417 h 1697740"/>
                <a:gd name="connsiteX1" fmla="*/ 1897053 w 2030261"/>
                <a:gd name="connsiteY1" fmla="*/ 275958 h 1697740"/>
                <a:gd name="connsiteX2" fmla="*/ 1537752 w 2030261"/>
                <a:gd name="connsiteY2" fmla="*/ 1585916 h 1697740"/>
                <a:gd name="connsiteX3" fmla="*/ 84542 w 2030261"/>
                <a:gd name="connsiteY3" fmla="*/ 1427401 h 1697740"/>
                <a:gd name="connsiteX4" fmla="*/ 0 w 2030261"/>
                <a:gd name="connsiteY4" fmla="*/ 191417 h 1697740"/>
                <a:gd name="connsiteX0" fmla="*/ 0 w 2030261"/>
                <a:gd name="connsiteY0" fmla="*/ 389693 h 1896016"/>
                <a:gd name="connsiteX1" fmla="*/ 1897053 w 2030261"/>
                <a:gd name="connsiteY1" fmla="*/ 474234 h 1896016"/>
                <a:gd name="connsiteX2" fmla="*/ 1537752 w 2030261"/>
                <a:gd name="connsiteY2" fmla="*/ 1784192 h 1896016"/>
                <a:gd name="connsiteX3" fmla="*/ 84542 w 2030261"/>
                <a:gd name="connsiteY3" fmla="*/ 1625677 h 1896016"/>
                <a:gd name="connsiteX4" fmla="*/ 0 w 2030261"/>
                <a:gd name="connsiteY4" fmla="*/ 389693 h 1896016"/>
                <a:gd name="connsiteX0" fmla="*/ 165717 w 2195978"/>
                <a:gd name="connsiteY0" fmla="*/ 389693 h 1896016"/>
                <a:gd name="connsiteX1" fmla="*/ 2062770 w 2195978"/>
                <a:gd name="connsiteY1" fmla="*/ 474234 h 1896016"/>
                <a:gd name="connsiteX2" fmla="*/ 1703469 w 2195978"/>
                <a:gd name="connsiteY2" fmla="*/ 1784192 h 1896016"/>
                <a:gd name="connsiteX3" fmla="*/ 250259 w 2195978"/>
                <a:gd name="connsiteY3" fmla="*/ 1625677 h 1896016"/>
                <a:gd name="connsiteX4" fmla="*/ 165717 w 2195978"/>
                <a:gd name="connsiteY4" fmla="*/ 389693 h 1896016"/>
                <a:gd name="connsiteX0" fmla="*/ 180845 w 2211106"/>
                <a:gd name="connsiteY0" fmla="*/ 389693 h 1896016"/>
                <a:gd name="connsiteX1" fmla="*/ 2077898 w 2211106"/>
                <a:gd name="connsiteY1" fmla="*/ 474234 h 1896016"/>
                <a:gd name="connsiteX2" fmla="*/ 1718597 w 2211106"/>
                <a:gd name="connsiteY2" fmla="*/ 1784192 h 1896016"/>
                <a:gd name="connsiteX3" fmla="*/ 265387 w 2211106"/>
                <a:gd name="connsiteY3" fmla="*/ 1625677 h 1896016"/>
                <a:gd name="connsiteX4" fmla="*/ 180845 w 2211106"/>
                <a:gd name="connsiteY4" fmla="*/ 389693 h 189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1106" h="1896016">
                  <a:moveTo>
                    <a:pt x="180845" y="389693"/>
                  </a:moveTo>
                  <a:cubicBezTo>
                    <a:pt x="788537" y="-106988"/>
                    <a:pt x="1554747" y="-180961"/>
                    <a:pt x="2077898" y="474234"/>
                  </a:cubicBezTo>
                  <a:cubicBezTo>
                    <a:pt x="2335043" y="1143375"/>
                    <a:pt x="2222323" y="1315836"/>
                    <a:pt x="1718597" y="1784192"/>
                  </a:cubicBezTo>
                  <a:cubicBezTo>
                    <a:pt x="1072156" y="1953275"/>
                    <a:pt x="890692" y="1953275"/>
                    <a:pt x="265387" y="1625677"/>
                  </a:cubicBezTo>
                  <a:cubicBezTo>
                    <a:pt x="163232" y="1520143"/>
                    <a:pt x="-224247" y="1108151"/>
                    <a:pt x="180845" y="389693"/>
                  </a:cubicBezTo>
                  <a:close/>
                </a:path>
              </a:pathLst>
            </a:custGeom>
            <a:blipFill>
              <a:blip r:embed="rId2"/>
              <a:stretch>
                <a:fillRect l="-97708" t="-17477" r="-106338" b="-144983"/>
              </a:stretch>
            </a:blipFill>
          </p:spPr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0438A3C-1EB2-4B87-B3B9-9A547FEAA3F9}"/>
                </a:ext>
              </a:extLst>
            </p:cNvPr>
            <p:cNvSpPr/>
            <p:nvPr/>
          </p:nvSpPr>
          <p:spPr>
            <a:xfrm>
              <a:off x="943863" y="31134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4" name="TextBox 13">
            <a:extLst>
              <a:ext uri="{FF2B5EF4-FFF2-40B4-BE49-F238E27FC236}">
                <a16:creationId xmlns:a16="http://schemas.microsoft.com/office/drawing/2014/main" id="{EF2E5226-39BB-46BB-88B1-D467FB54A3F8}"/>
              </a:ext>
            </a:extLst>
          </p:cNvPr>
          <p:cNvSpPr txBox="1"/>
          <p:nvPr/>
        </p:nvSpPr>
        <p:spPr>
          <a:xfrm>
            <a:off x="3451867" y="4087291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Medición y análisis histórico 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2643A7FD-C5C0-43D6-A174-1074623D2A37}"/>
              </a:ext>
            </a:extLst>
          </p:cNvPr>
          <p:cNvSpPr txBox="1"/>
          <p:nvPr/>
        </p:nvSpPr>
        <p:spPr>
          <a:xfrm>
            <a:off x="3451867" y="2069237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Documentación centralizada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E4D74B9A-E64E-43B7-AB9F-DFEE9459DCA5}"/>
              </a:ext>
            </a:extLst>
          </p:cNvPr>
          <p:cNvSpPr txBox="1"/>
          <p:nvPr/>
        </p:nvSpPr>
        <p:spPr>
          <a:xfrm>
            <a:off x="3616358" y="1442496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GESTOR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96F34E21-A22A-4ACE-B24E-4B392AC92A2E}"/>
              </a:ext>
            </a:extLst>
          </p:cNvPr>
          <p:cNvSpPr txBox="1"/>
          <p:nvPr/>
        </p:nvSpPr>
        <p:spPr>
          <a:xfrm>
            <a:off x="3464631" y="3087393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sobre resultados del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9" name="TextBox 13">
            <a:extLst>
              <a:ext uri="{FF2B5EF4-FFF2-40B4-BE49-F238E27FC236}">
                <a16:creationId xmlns:a16="http://schemas.microsoft.com/office/drawing/2014/main" id="{A3D9BF61-473A-4E9E-B836-8AB89E11B834}"/>
              </a:ext>
            </a:extLst>
          </p:cNvPr>
          <p:cNvSpPr txBox="1"/>
          <p:nvPr/>
        </p:nvSpPr>
        <p:spPr>
          <a:xfrm>
            <a:off x="3464631" y="5130740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Refuerzo capacitaciones por resultados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BF7006C-AB5F-486F-8D4D-57F42A6AF8FD}"/>
              </a:ext>
            </a:extLst>
          </p:cNvPr>
          <p:cNvGrpSpPr/>
          <p:nvPr/>
        </p:nvGrpSpPr>
        <p:grpSpPr>
          <a:xfrm>
            <a:off x="3861631" y="855816"/>
            <a:ext cx="671965" cy="565486"/>
            <a:chOff x="806241" y="1666868"/>
            <a:chExt cx="671965" cy="565486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2C3614B6-A9A8-4965-9BF1-058132B34CB3}"/>
                </a:ext>
              </a:extLst>
            </p:cNvPr>
            <p:cNvSpPr/>
            <p:nvPr/>
          </p:nvSpPr>
          <p:spPr>
            <a:xfrm>
              <a:off x="814613" y="1666868"/>
              <a:ext cx="663593" cy="561871"/>
            </a:xfrm>
            <a:custGeom>
              <a:avLst/>
              <a:gdLst>
                <a:gd name="connsiteX0" fmla="*/ 0 w 2051352"/>
                <a:gd name="connsiteY0" fmla="*/ 0 h 2197642"/>
                <a:gd name="connsiteX1" fmla="*/ 2051352 w 2051352"/>
                <a:gd name="connsiteY1" fmla="*/ 335881 h 2197642"/>
                <a:gd name="connsiteX2" fmla="*/ 1897053 w 2051352"/>
                <a:gd name="connsiteY2" fmla="*/ 2197642 h 2197642"/>
                <a:gd name="connsiteX3" fmla="*/ 0 w 2051352"/>
                <a:gd name="connsiteY3" fmla="*/ 2197642 h 2197642"/>
                <a:gd name="connsiteX4" fmla="*/ 0 w 2051352"/>
                <a:gd name="connsiteY4" fmla="*/ 0 h 2197642"/>
                <a:gd name="connsiteX0" fmla="*/ 0 w 2051352"/>
                <a:gd name="connsiteY0" fmla="*/ 62200 h 2259842"/>
                <a:gd name="connsiteX1" fmla="*/ 2051352 w 2051352"/>
                <a:gd name="connsiteY1" fmla="*/ 398081 h 2259842"/>
                <a:gd name="connsiteX2" fmla="*/ 1897053 w 2051352"/>
                <a:gd name="connsiteY2" fmla="*/ 2259842 h 2259842"/>
                <a:gd name="connsiteX3" fmla="*/ 0 w 2051352"/>
                <a:gd name="connsiteY3" fmla="*/ 2259842 h 2259842"/>
                <a:gd name="connsiteX4" fmla="*/ 0 w 2051352"/>
                <a:gd name="connsiteY4" fmla="*/ 62200 h 2259842"/>
                <a:gd name="connsiteX0" fmla="*/ 338599 w 2389951"/>
                <a:gd name="connsiteY0" fmla="*/ 62200 h 2259842"/>
                <a:gd name="connsiteX1" fmla="*/ 2389951 w 2389951"/>
                <a:gd name="connsiteY1" fmla="*/ 398081 h 2259842"/>
                <a:gd name="connsiteX2" fmla="*/ 2235652 w 2389951"/>
                <a:gd name="connsiteY2" fmla="*/ 2259842 h 2259842"/>
                <a:gd name="connsiteX3" fmla="*/ 338599 w 2389951"/>
                <a:gd name="connsiteY3" fmla="*/ 2259842 h 2259842"/>
                <a:gd name="connsiteX4" fmla="*/ 338599 w 2389951"/>
                <a:gd name="connsiteY4" fmla="*/ 62200 h 2259842"/>
                <a:gd name="connsiteX0" fmla="*/ 336117 w 2397111"/>
                <a:gd name="connsiteY0" fmla="*/ 167461 h 2201962"/>
                <a:gd name="connsiteX1" fmla="*/ 2397111 w 2397111"/>
                <a:gd name="connsiteY1" fmla="*/ 340201 h 2201962"/>
                <a:gd name="connsiteX2" fmla="*/ 2242812 w 2397111"/>
                <a:gd name="connsiteY2" fmla="*/ 2201962 h 2201962"/>
                <a:gd name="connsiteX3" fmla="*/ 345759 w 2397111"/>
                <a:gd name="connsiteY3" fmla="*/ 2201962 h 2201962"/>
                <a:gd name="connsiteX4" fmla="*/ 336117 w 2397111"/>
                <a:gd name="connsiteY4" fmla="*/ 167461 h 2201962"/>
                <a:gd name="connsiteX0" fmla="*/ 336117 w 2397111"/>
                <a:gd name="connsiteY0" fmla="*/ 275063 h 2309564"/>
                <a:gd name="connsiteX1" fmla="*/ 2397111 w 2397111"/>
                <a:gd name="connsiteY1" fmla="*/ 447803 h 2309564"/>
                <a:gd name="connsiteX2" fmla="*/ 2242812 w 2397111"/>
                <a:gd name="connsiteY2" fmla="*/ 2309564 h 2309564"/>
                <a:gd name="connsiteX3" fmla="*/ 345759 w 2397111"/>
                <a:gd name="connsiteY3" fmla="*/ 2309564 h 2309564"/>
                <a:gd name="connsiteX4" fmla="*/ 336117 w 2397111"/>
                <a:gd name="connsiteY4" fmla="*/ 275063 h 2309564"/>
                <a:gd name="connsiteX0" fmla="*/ 282165 w 2343159"/>
                <a:gd name="connsiteY0" fmla="*/ 275063 h 2309564"/>
                <a:gd name="connsiteX1" fmla="*/ 2343159 w 2343159"/>
                <a:gd name="connsiteY1" fmla="*/ 447803 h 2309564"/>
                <a:gd name="connsiteX2" fmla="*/ 2188860 w 2343159"/>
                <a:gd name="connsiteY2" fmla="*/ 2309564 h 2309564"/>
                <a:gd name="connsiteX3" fmla="*/ 542546 w 2343159"/>
                <a:gd name="connsiteY3" fmla="*/ 2108037 h 2309564"/>
                <a:gd name="connsiteX4" fmla="*/ 282165 w 2343159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190818"/>
                <a:gd name="connsiteX1" fmla="*/ 2479226 w 2479226"/>
                <a:gd name="connsiteY1" fmla="*/ 447803 h 2190818"/>
                <a:gd name="connsiteX2" fmla="*/ 2324927 w 2479226"/>
                <a:gd name="connsiteY2" fmla="*/ 1935297 h 2190818"/>
                <a:gd name="connsiteX3" fmla="*/ 678613 w 2479226"/>
                <a:gd name="connsiteY3" fmla="*/ 2108037 h 2190818"/>
                <a:gd name="connsiteX4" fmla="*/ 418232 w 2479226"/>
                <a:gd name="connsiteY4" fmla="*/ 275063 h 2190818"/>
                <a:gd name="connsiteX0" fmla="*/ 418232 w 2479226"/>
                <a:gd name="connsiteY0" fmla="*/ 275063 h 2264371"/>
                <a:gd name="connsiteX1" fmla="*/ 2479226 w 2479226"/>
                <a:gd name="connsiteY1" fmla="*/ 447803 h 2264371"/>
                <a:gd name="connsiteX2" fmla="*/ 2324927 w 2479226"/>
                <a:gd name="connsiteY2" fmla="*/ 1935297 h 2264371"/>
                <a:gd name="connsiteX3" fmla="*/ 678613 w 2479226"/>
                <a:gd name="connsiteY3" fmla="*/ 2108037 h 2264371"/>
                <a:gd name="connsiteX4" fmla="*/ 418232 w 2479226"/>
                <a:gd name="connsiteY4" fmla="*/ 275063 h 2264371"/>
                <a:gd name="connsiteX0" fmla="*/ 418232 w 2540990"/>
                <a:gd name="connsiteY0" fmla="*/ 275063 h 2264371"/>
                <a:gd name="connsiteX1" fmla="*/ 2479226 w 2540990"/>
                <a:gd name="connsiteY1" fmla="*/ 447803 h 2264371"/>
                <a:gd name="connsiteX2" fmla="*/ 2324927 w 2540990"/>
                <a:gd name="connsiteY2" fmla="*/ 1935297 h 2264371"/>
                <a:gd name="connsiteX3" fmla="*/ 678613 w 2540990"/>
                <a:gd name="connsiteY3" fmla="*/ 2108037 h 2264371"/>
                <a:gd name="connsiteX4" fmla="*/ 418232 w 2540990"/>
                <a:gd name="connsiteY4" fmla="*/ 275063 h 2264371"/>
                <a:gd name="connsiteX0" fmla="*/ 418232 w 2687449"/>
                <a:gd name="connsiteY0" fmla="*/ 275063 h 2264371"/>
                <a:gd name="connsiteX1" fmla="*/ 2479226 w 2687449"/>
                <a:gd name="connsiteY1" fmla="*/ 447803 h 2264371"/>
                <a:gd name="connsiteX2" fmla="*/ 2324927 w 2687449"/>
                <a:gd name="connsiteY2" fmla="*/ 1935297 h 2264371"/>
                <a:gd name="connsiteX3" fmla="*/ 678613 w 2687449"/>
                <a:gd name="connsiteY3" fmla="*/ 2108037 h 2264371"/>
                <a:gd name="connsiteX4" fmla="*/ 418232 w 2687449"/>
                <a:gd name="connsiteY4" fmla="*/ 275063 h 226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7449" h="2264371">
                  <a:moveTo>
                    <a:pt x="418232" y="275063"/>
                  </a:moveTo>
                  <a:cubicBezTo>
                    <a:pt x="880210" y="31950"/>
                    <a:pt x="1486844" y="-268741"/>
                    <a:pt x="2479226" y="447803"/>
                  </a:cubicBezTo>
                  <a:cubicBezTo>
                    <a:pt x="2813540" y="1116370"/>
                    <a:pt x="2733176" y="1525839"/>
                    <a:pt x="2324927" y="1935297"/>
                  </a:cubicBezTo>
                  <a:cubicBezTo>
                    <a:pt x="1679722" y="2271173"/>
                    <a:pt x="1468474" y="2386341"/>
                    <a:pt x="678613" y="2108037"/>
                  </a:cubicBezTo>
                  <a:cubicBezTo>
                    <a:pt x="51774" y="1672985"/>
                    <a:pt x="-343621" y="1362682"/>
                    <a:pt x="418232" y="275063"/>
                  </a:cubicBezTo>
                  <a:close/>
                </a:path>
              </a:pathLst>
            </a:custGeom>
            <a:blipFill>
              <a:blip r:embed="rId2"/>
              <a:stretch>
                <a:fillRect l="-199819" t="-142400" r="-4227" b="-20059"/>
              </a:stretch>
            </a:blipFill>
          </p:spPr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8644B3C5-7281-4C7D-B9FE-0F4E8C00BBDB}"/>
                </a:ext>
              </a:extLst>
            </p:cNvPr>
            <p:cNvSpPr/>
            <p:nvPr/>
          </p:nvSpPr>
          <p:spPr>
            <a:xfrm>
              <a:off x="806241" y="166686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02D318B-5EFC-492C-919D-85EB71C5FC47}"/>
              </a:ext>
            </a:extLst>
          </p:cNvPr>
          <p:cNvGrpSpPr/>
          <p:nvPr/>
        </p:nvGrpSpPr>
        <p:grpSpPr>
          <a:xfrm>
            <a:off x="1418472" y="2890370"/>
            <a:ext cx="3632781" cy="2040875"/>
            <a:chOff x="817781" y="3362036"/>
            <a:chExt cx="10755383" cy="2040875"/>
          </a:xfrm>
        </p:grpSpPr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FD173AAB-B023-4A63-A9E0-10F942DD8C40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216C7B2C-FE57-4001-8E26-71E53BB3A58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45727007-8A90-4C25-A8B8-4881C9CA7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7DF2817-D09C-4A06-A9A1-D56D6F152068}"/>
              </a:ext>
            </a:extLst>
          </p:cNvPr>
          <p:cNvCxnSpPr>
            <a:cxnSpLocks/>
          </p:cNvCxnSpPr>
          <p:nvPr/>
        </p:nvCxnSpPr>
        <p:spPr>
          <a:xfrm>
            <a:off x="1476665" y="1944148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13">
            <a:extLst>
              <a:ext uri="{FF2B5EF4-FFF2-40B4-BE49-F238E27FC236}">
                <a16:creationId xmlns:a16="http://schemas.microsoft.com/office/drawing/2014/main" id="{9CBC5092-D24D-43F1-93C4-BA8FE79EF773}"/>
              </a:ext>
            </a:extLst>
          </p:cNvPr>
          <p:cNvSpPr txBox="1"/>
          <p:nvPr/>
        </p:nvSpPr>
        <p:spPr>
          <a:xfrm>
            <a:off x="5085569" y="1446338"/>
            <a:ext cx="1845374" cy="64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COORD. IPRESS (Jefe de Calidad)</a:t>
            </a:r>
          </a:p>
          <a:p>
            <a:pPr algn="ctr">
              <a:lnSpc>
                <a:spcPts val="1679"/>
              </a:lnSpc>
            </a:pP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3" name="TextBox 13">
            <a:extLst>
              <a:ext uri="{FF2B5EF4-FFF2-40B4-BE49-F238E27FC236}">
                <a16:creationId xmlns:a16="http://schemas.microsoft.com/office/drawing/2014/main" id="{E20E2E39-E97D-433B-B197-BA9C01D59574}"/>
              </a:ext>
            </a:extLst>
          </p:cNvPr>
          <p:cNvSpPr txBox="1"/>
          <p:nvPr/>
        </p:nvSpPr>
        <p:spPr>
          <a:xfrm>
            <a:off x="7078717" y="2992582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Guía en linea de sustentación de criterios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4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49F24A8A-D4BB-4946-8564-99D64F02A98F}"/>
              </a:ext>
            </a:extLst>
          </p:cNvPr>
          <p:cNvSpPr txBox="1"/>
          <p:nvPr/>
        </p:nvSpPr>
        <p:spPr>
          <a:xfrm>
            <a:off x="7078717" y="4080235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de plantillas para Resoluciones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5" name="TextBox 13">
            <a:hlinkClick r:id="rId7" action="ppaction://hlinksldjump"/>
            <a:extLst>
              <a:ext uri="{FF2B5EF4-FFF2-40B4-BE49-F238E27FC236}">
                <a16:creationId xmlns:a16="http://schemas.microsoft.com/office/drawing/2014/main" id="{2ED862F5-36EE-44C5-B82F-2DC8106F687B}"/>
              </a:ext>
            </a:extLst>
          </p:cNvPr>
          <p:cNvSpPr txBox="1"/>
          <p:nvPr/>
        </p:nvSpPr>
        <p:spPr>
          <a:xfrm>
            <a:off x="7078717" y="2046360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Validación sustento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218708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RED : SEGUIMIENTO DOCUMENTAL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B128D1E-09DE-4699-B866-F2BCC28BF506}"/>
              </a:ext>
            </a:extLst>
          </p:cNvPr>
          <p:cNvGrpSpPr/>
          <p:nvPr/>
        </p:nvGrpSpPr>
        <p:grpSpPr>
          <a:xfrm>
            <a:off x="125672" y="145279"/>
            <a:ext cx="11714010" cy="6712721"/>
            <a:chOff x="808807" y="835477"/>
            <a:chExt cx="10509582" cy="602252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2EC73FE-C6EC-46CC-8F1B-1CBBA410C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807" y="835477"/>
              <a:ext cx="10509582" cy="6022523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2AB34854-3B88-4D0B-A301-6F06CE576CEE}"/>
                </a:ext>
              </a:extLst>
            </p:cNvPr>
            <p:cNvSpPr/>
            <p:nvPr/>
          </p:nvSpPr>
          <p:spPr>
            <a:xfrm>
              <a:off x="3196127" y="1410056"/>
              <a:ext cx="3879791" cy="2991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b="1">
                  <a:solidFill>
                    <a:schemeClr val="accent1">
                      <a:lumMod val="50000"/>
                      <a:lumOff val="50000"/>
                    </a:schemeClr>
                  </a:solidFill>
                </a:rPr>
                <a:t>SEGUIMIENTO DOCUMENTAL RESOLUCIONES</a:t>
              </a:r>
              <a:endParaRPr lang="es-PE" b="1">
                <a:solidFill>
                  <a:schemeClr val="accent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5091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RED : SEGUIMIENTO DOCUMENTAL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2BC37E8-B3A5-40E7-A365-A1FF34742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4" y="86589"/>
            <a:ext cx="12014732" cy="668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91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B114DC9-47BA-4ED4-915E-76AABE125659}"/>
              </a:ext>
            </a:extLst>
          </p:cNvPr>
          <p:cNvGrpSpPr/>
          <p:nvPr/>
        </p:nvGrpSpPr>
        <p:grpSpPr>
          <a:xfrm>
            <a:off x="5530713" y="847901"/>
            <a:ext cx="669752" cy="579745"/>
            <a:chOff x="4755488" y="893463"/>
            <a:chExt cx="669752" cy="579745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DC92492-AD64-4D88-A971-44E82F31704F}"/>
                </a:ext>
              </a:extLst>
            </p:cNvPr>
            <p:cNvSpPr/>
            <p:nvPr/>
          </p:nvSpPr>
          <p:spPr>
            <a:xfrm>
              <a:off x="4767129" y="897290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99431" t="-141483" r="-104615" b="-2097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5A6683AD-7C48-42AB-8B9C-1A75F31A4C40}"/>
                </a:ext>
              </a:extLst>
            </p:cNvPr>
            <p:cNvSpPr/>
            <p:nvPr/>
          </p:nvSpPr>
          <p:spPr>
            <a:xfrm>
              <a:off x="4755488" y="893463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D008826-D635-4D83-BC10-010C5E3DBEA5}"/>
              </a:ext>
            </a:extLst>
          </p:cNvPr>
          <p:cNvSpPr/>
          <p:nvPr/>
        </p:nvSpPr>
        <p:spPr>
          <a:xfrm>
            <a:off x="5279979" y="1749678"/>
            <a:ext cx="1496810" cy="4225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763A6F00-C7FA-49EB-8902-D1F9F44B78B5}"/>
              </a:ext>
            </a:extLst>
          </p:cNvPr>
          <p:cNvSpPr txBox="1"/>
          <p:nvPr/>
        </p:nvSpPr>
        <p:spPr>
          <a:xfrm>
            <a:off x="5370021" y="3395381"/>
            <a:ext cx="1316723" cy="640368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Carga documentaria por proceso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99970E5-11CE-4B5C-9602-4B6C78FAABF5}"/>
              </a:ext>
            </a:extLst>
          </p:cNvPr>
          <p:cNvSpPr/>
          <p:nvPr/>
        </p:nvSpPr>
        <p:spPr>
          <a:xfrm>
            <a:off x="1202013" y="1749677"/>
            <a:ext cx="3945646" cy="424275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2049A-30C8-42DF-A0A7-2F74E351433E}"/>
              </a:ext>
            </a:extLst>
          </p:cNvPr>
          <p:cNvSpPr/>
          <p:nvPr/>
        </p:nvSpPr>
        <p:spPr>
          <a:xfrm>
            <a:off x="6939191" y="1749678"/>
            <a:ext cx="3945646" cy="4242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51C73956-3106-4C9C-AA98-9F17B4620AE7}"/>
              </a:ext>
            </a:extLst>
          </p:cNvPr>
          <p:cNvSpPr txBox="1"/>
          <p:nvPr/>
        </p:nvSpPr>
        <p:spPr>
          <a:xfrm>
            <a:off x="7216832" y="1442497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AUTOEV.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3057B5DA-6287-4352-B58A-0DC551B69A70}"/>
              </a:ext>
            </a:extLst>
          </p:cNvPr>
          <p:cNvSpPr txBox="1"/>
          <p:nvPr/>
        </p:nvSpPr>
        <p:spPr>
          <a:xfrm>
            <a:off x="9127156" y="1432022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USUARIO RED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2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50A127CD-4AFD-40CB-A7F7-AF0292DC0011}"/>
              </a:ext>
            </a:extLst>
          </p:cNvPr>
          <p:cNvSpPr txBox="1"/>
          <p:nvPr/>
        </p:nvSpPr>
        <p:spPr>
          <a:xfrm>
            <a:off x="9037972" y="409912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y control de avance en proceso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8" name="TextBox 13">
            <a:extLst>
              <a:ext uri="{FF2B5EF4-FFF2-40B4-BE49-F238E27FC236}">
                <a16:creationId xmlns:a16="http://schemas.microsoft.com/office/drawing/2014/main" id="{709A89C7-CB56-472A-A950-676E6557B41B}"/>
              </a:ext>
            </a:extLst>
          </p:cNvPr>
          <p:cNvSpPr txBox="1"/>
          <p:nvPr/>
        </p:nvSpPr>
        <p:spPr>
          <a:xfrm>
            <a:off x="7081188" y="5115694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rápido de baja puntuación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9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8FF9BE29-EF02-40B8-B3B5-05F56CE49494}"/>
              </a:ext>
            </a:extLst>
          </p:cNvPr>
          <p:cNvSpPr txBox="1"/>
          <p:nvPr/>
        </p:nvSpPr>
        <p:spPr>
          <a:xfrm>
            <a:off x="9051939" y="2066438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Generación múltiple </a:t>
            </a: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</a:t>
            </a:r>
            <a:r>
              <a:rPr lang="en-US" b="1" u="sng">
                <a:solidFill>
                  <a:schemeClr val="accent1">
                    <a:lumMod val="50000"/>
                    <a:lumOff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 documentos nivel I</a:t>
            </a:r>
            <a:endParaRPr lang="en-US" b="1" u="sng" dirty="0">
              <a:solidFill>
                <a:schemeClr val="accent1">
                  <a:lumMod val="50000"/>
                  <a:lumOff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0" name="TextBox 13">
            <a:extLst>
              <a:ext uri="{FF2B5EF4-FFF2-40B4-BE49-F238E27FC236}">
                <a16:creationId xmlns:a16="http://schemas.microsoft.com/office/drawing/2014/main" id="{04B45D3E-7A75-418D-93F0-638924099610}"/>
              </a:ext>
            </a:extLst>
          </p:cNvPr>
          <p:cNvSpPr txBox="1"/>
          <p:nvPr/>
        </p:nvSpPr>
        <p:spPr>
          <a:xfrm>
            <a:off x="9037972" y="511569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rendimiento por Ipress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01" name="TextBox 13">
            <a:extLst>
              <a:ext uri="{FF2B5EF4-FFF2-40B4-BE49-F238E27FC236}">
                <a16:creationId xmlns:a16="http://schemas.microsoft.com/office/drawing/2014/main" id="{D3BA61AB-F753-4B03-9184-ED1D8AC12BA1}"/>
              </a:ext>
            </a:extLst>
          </p:cNvPr>
          <p:cNvSpPr txBox="1"/>
          <p:nvPr/>
        </p:nvSpPr>
        <p:spPr>
          <a:xfrm>
            <a:off x="9051939" y="3077392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Alertas de seguimiento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68515A3-FEED-41E9-8EF7-F623B50A257E}"/>
              </a:ext>
            </a:extLst>
          </p:cNvPr>
          <p:cNvGrpSpPr/>
          <p:nvPr/>
        </p:nvGrpSpPr>
        <p:grpSpPr>
          <a:xfrm>
            <a:off x="7048310" y="2889751"/>
            <a:ext cx="3632781" cy="2040875"/>
            <a:chOff x="817781" y="3362036"/>
            <a:chExt cx="10755383" cy="2040875"/>
          </a:xfrm>
        </p:grpSpPr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D299F5F2-BB05-42EC-A45F-9D1A038264E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58B3BA6-9A67-45FA-9398-BC20316B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57DFFA29-C1F7-434C-8ACC-5F58AEFAE264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Rectángulo: esquinas redondeadas 341">
            <a:extLst>
              <a:ext uri="{FF2B5EF4-FFF2-40B4-BE49-F238E27FC236}">
                <a16:creationId xmlns:a16="http://schemas.microsoft.com/office/drawing/2014/main" id="{6B253643-43D6-433D-9205-DABC5F3006E7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FUNCIONALIDADES SEGÚN ROL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9BA85029-0195-4871-A9CB-B8920C7EF3A7}"/>
              </a:ext>
            </a:extLst>
          </p:cNvPr>
          <p:cNvCxnSpPr>
            <a:cxnSpLocks/>
          </p:cNvCxnSpPr>
          <p:nvPr/>
        </p:nvCxnSpPr>
        <p:spPr>
          <a:xfrm>
            <a:off x="7106503" y="1943529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601B70-E2AF-4F86-9260-E9DFD67A45C4}"/>
              </a:ext>
            </a:extLst>
          </p:cNvPr>
          <p:cNvGrpSpPr/>
          <p:nvPr/>
        </p:nvGrpSpPr>
        <p:grpSpPr>
          <a:xfrm>
            <a:off x="7508415" y="847901"/>
            <a:ext cx="669752" cy="579745"/>
            <a:chOff x="1047750" y="2287318"/>
            <a:chExt cx="669752" cy="579745"/>
          </a:xfrm>
        </p:grpSpPr>
        <p:sp>
          <p:nvSpPr>
            <p:cNvPr id="353" name="Freeform 9">
              <a:extLst>
                <a:ext uri="{FF2B5EF4-FFF2-40B4-BE49-F238E27FC236}">
                  <a16:creationId xmlns:a16="http://schemas.microsoft.com/office/drawing/2014/main" id="{531E2E0A-DCD2-42F1-B64F-77ED8056B707}"/>
                </a:ext>
              </a:extLst>
            </p:cNvPr>
            <p:cNvSpPr/>
            <p:nvPr/>
          </p:nvSpPr>
          <p:spPr>
            <a:xfrm>
              <a:off x="1059391" y="2291145"/>
              <a:ext cx="652711" cy="575918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40141 w 1897053"/>
                <a:gd name="connsiteY0" fmla="*/ 322339 h 2197642"/>
                <a:gd name="connsiteX1" fmla="*/ 1897053 w 1897053"/>
                <a:gd name="connsiteY1" fmla="*/ 0 h 2197642"/>
                <a:gd name="connsiteX2" fmla="*/ 1836842 w 1897053"/>
                <a:gd name="connsiteY2" fmla="*/ 1442161 h 2197642"/>
                <a:gd name="connsiteX3" fmla="*/ 0 w 1897053"/>
                <a:gd name="connsiteY3" fmla="*/ 2197642 h 2197642"/>
                <a:gd name="connsiteX4" fmla="*/ 40141 w 1897053"/>
                <a:gd name="connsiteY4" fmla="*/ 322339 h 2197642"/>
                <a:gd name="connsiteX0" fmla="*/ 85617 w 1942529"/>
                <a:gd name="connsiteY0" fmla="*/ 322339 h 2197642"/>
                <a:gd name="connsiteX1" fmla="*/ 1942529 w 1942529"/>
                <a:gd name="connsiteY1" fmla="*/ 0 h 2197642"/>
                <a:gd name="connsiteX2" fmla="*/ 1882318 w 1942529"/>
                <a:gd name="connsiteY2" fmla="*/ 1442161 h 2197642"/>
                <a:gd name="connsiteX3" fmla="*/ 45476 w 1942529"/>
                <a:gd name="connsiteY3" fmla="*/ 2197642 h 2197642"/>
                <a:gd name="connsiteX4" fmla="*/ 85617 w 1942529"/>
                <a:gd name="connsiteY4" fmla="*/ 322339 h 2197642"/>
                <a:gd name="connsiteX0" fmla="*/ 42417 w 1899329"/>
                <a:gd name="connsiteY0" fmla="*/ 322339 h 1522745"/>
                <a:gd name="connsiteX1" fmla="*/ 1899329 w 1899329"/>
                <a:gd name="connsiteY1" fmla="*/ 0 h 1522745"/>
                <a:gd name="connsiteX2" fmla="*/ 1839118 w 1899329"/>
                <a:gd name="connsiteY2" fmla="*/ 1442161 h 1522745"/>
                <a:gd name="connsiteX3" fmla="*/ 273226 w 1899329"/>
                <a:gd name="connsiteY3" fmla="*/ 1522745 h 1522745"/>
                <a:gd name="connsiteX4" fmla="*/ 42417 w 1899329"/>
                <a:gd name="connsiteY4" fmla="*/ 322339 h 1522745"/>
                <a:gd name="connsiteX0" fmla="*/ 103090 w 1960002"/>
                <a:gd name="connsiteY0" fmla="*/ 322339 h 1522745"/>
                <a:gd name="connsiteX1" fmla="*/ 1960002 w 1960002"/>
                <a:gd name="connsiteY1" fmla="*/ 0 h 1522745"/>
                <a:gd name="connsiteX2" fmla="*/ 1899791 w 1960002"/>
                <a:gd name="connsiteY2" fmla="*/ 1442161 h 1522745"/>
                <a:gd name="connsiteX3" fmla="*/ 333899 w 1960002"/>
                <a:gd name="connsiteY3" fmla="*/ 1522745 h 1522745"/>
                <a:gd name="connsiteX4" fmla="*/ 103090 w 1960002"/>
                <a:gd name="connsiteY4" fmla="*/ 322339 h 1522745"/>
                <a:gd name="connsiteX0" fmla="*/ 103090 w 1960002"/>
                <a:gd name="connsiteY0" fmla="*/ 322339 h 1778766"/>
                <a:gd name="connsiteX1" fmla="*/ 1960002 w 1960002"/>
                <a:gd name="connsiteY1" fmla="*/ 0 h 1778766"/>
                <a:gd name="connsiteX2" fmla="*/ 1899791 w 1960002"/>
                <a:gd name="connsiteY2" fmla="*/ 1442161 h 1778766"/>
                <a:gd name="connsiteX3" fmla="*/ 333899 w 1960002"/>
                <a:gd name="connsiteY3" fmla="*/ 1522745 h 1778766"/>
                <a:gd name="connsiteX4" fmla="*/ 103090 w 1960002"/>
                <a:gd name="connsiteY4" fmla="*/ 322339 h 1778766"/>
                <a:gd name="connsiteX0" fmla="*/ 103090 w 1970037"/>
                <a:gd name="connsiteY0" fmla="*/ 322339 h 1807297"/>
                <a:gd name="connsiteX1" fmla="*/ 1960002 w 1970037"/>
                <a:gd name="connsiteY1" fmla="*/ 0 h 1807297"/>
                <a:gd name="connsiteX2" fmla="*/ 1970037 w 1970037"/>
                <a:gd name="connsiteY2" fmla="*/ 1552964 h 1807297"/>
                <a:gd name="connsiteX3" fmla="*/ 333899 w 1970037"/>
                <a:gd name="connsiteY3" fmla="*/ 1522745 h 1807297"/>
                <a:gd name="connsiteX4" fmla="*/ 103090 w 1970037"/>
                <a:gd name="connsiteY4" fmla="*/ 322339 h 1807297"/>
                <a:gd name="connsiteX0" fmla="*/ 103090 w 1960002"/>
                <a:gd name="connsiteY0" fmla="*/ 322339 h 1765437"/>
                <a:gd name="connsiteX1" fmla="*/ 1960002 w 1960002"/>
                <a:gd name="connsiteY1" fmla="*/ 0 h 1765437"/>
                <a:gd name="connsiteX2" fmla="*/ 1899791 w 1960002"/>
                <a:gd name="connsiteY2" fmla="*/ 1381721 h 1765437"/>
                <a:gd name="connsiteX3" fmla="*/ 333899 w 1960002"/>
                <a:gd name="connsiteY3" fmla="*/ 1522745 h 1765437"/>
                <a:gd name="connsiteX4" fmla="*/ 103090 w 1960002"/>
                <a:gd name="connsiteY4" fmla="*/ 322339 h 1765437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1960002"/>
                <a:gd name="connsiteY0" fmla="*/ 322339 h 1804908"/>
                <a:gd name="connsiteX1" fmla="*/ 1960002 w 1960002"/>
                <a:gd name="connsiteY1" fmla="*/ 0 h 1804908"/>
                <a:gd name="connsiteX2" fmla="*/ 1899791 w 1960002"/>
                <a:gd name="connsiteY2" fmla="*/ 1381721 h 1804908"/>
                <a:gd name="connsiteX3" fmla="*/ 333899 w 1960002"/>
                <a:gd name="connsiteY3" fmla="*/ 1522745 h 1804908"/>
                <a:gd name="connsiteX4" fmla="*/ 103090 w 1960002"/>
                <a:gd name="connsiteY4" fmla="*/ 322339 h 1804908"/>
                <a:gd name="connsiteX0" fmla="*/ 103090 w 2028216"/>
                <a:gd name="connsiteY0" fmla="*/ 322339 h 1804908"/>
                <a:gd name="connsiteX1" fmla="*/ 1960002 w 2028216"/>
                <a:gd name="connsiteY1" fmla="*/ 0 h 1804908"/>
                <a:gd name="connsiteX2" fmla="*/ 1899791 w 2028216"/>
                <a:gd name="connsiteY2" fmla="*/ 1381721 h 1804908"/>
                <a:gd name="connsiteX3" fmla="*/ 333899 w 2028216"/>
                <a:gd name="connsiteY3" fmla="*/ 1522745 h 1804908"/>
                <a:gd name="connsiteX4" fmla="*/ 103090 w 2028216"/>
                <a:gd name="connsiteY4" fmla="*/ 322339 h 1804908"/>
                <a:gd name="connsiteX0" fmla="*/ 103090 w 1996622"/>
                <a:gd name="connsiteY0" fmla="*/ 40293 h 1522862"/>
                <a:gd name="connsiteX1" fmla="*/ 1829545 w 1996622"/>
                <a:gd name="connsiteY1" fmla="*/ 0 h 1522862"/>
                <a:gd name="connsiteX2" fmla="*/ 1899791 w 1996622"/>
                <a:gd name="connsiteY2" fmla="*/ 1099675 h 1522862"/>
                <a:gd name="connsiteX3" fmla="*/ 333899 w 1996622"/>
                <a:gd name="connsiteY3" fmla="*/ 1240699 h 1522862"/>
                <a:gd name="connsiteX4" fmla="*/ 103090 w 1996622"/>
                <a:gd name="connsiteY4" fmla="*/ 40293 h 1522862"/>
                <a:gd name="connsiteX0" fmla="*/ 103090 w 2042736"/>
                <a:gd name="connsiteY0" fmla="*/ 40293 h 1522862"/>
                <a:gd name="connsiteX1" fmla="*/ 1829545 w 2042736"/>
                <a:gd name="connsiteY1" fmla="*/ 0 h 1522862"/>
                <a:gd name="connsiteX2" fmla="*/ 1899791 w 2042736"/>
                <a:gd name="connsiteY2" fmla="*/ 1099675 h 1522862"/>
                <a:gd name="connsiteX3" fmla="*/ 333899 w 2042736"/>
                <a:gd name="connsiteY3" fmla="*/ 1240699 h 1522862"/>
                <a:gd name="connsiteX4" fmla="*/ 103090 w 2042736"/>
                <a:gd name="connsiteY4" fmla="*/ 40293 h 1522862"/>
                <a:gd name="connsiteX0" fmla="*/ 103090 w 2042739"/>
                <a:gd name="connsiteY0" fmla="*/ 166072 h 1648641"/>
                <a:gd name="connsiteX1" fmla="*/ 1829545 w 2042739"/>
                <a:gd name="connsiteY1" fmla="*/ 125779 h 1648641"/>
                <a:gd name="connsiteX2" fmla="*/ 1899791 w 2042739"/>
                <a:gd name="connsiteY2" fmla="*/ 1225454 h 1648641"/>
                <a:gd name="connsiteX3" fmla="*/ 333899 w 2042739"/>
                <a:gd name="connsiteY3" fmla="*/ 1366478 h 1648641"/>
                <a:gd name="connsiteX4" fmla="*/ 103090 w 2042739"/>
                <a:gd name="connsiteY4" fmla="*/ 166072 h 1648641"/>
                <a:gd name="connsiteX0" fmla="*/ 103090 w 2042739"/>
                <a:gd name="connsiteY0" fmla="*/ 344602 h 1827171"/>
                <a:gd name="connsiteX1" fmla="*/ 1829545 w 2042739"/>
                <a:gd name="connsiteY1" fmla="*/ 304309 h 1827171"/>
                <a:gd name="connsiteX2" fmla="*/ 1899791 w 2042739"/>
                <a:gd name="connsiteY2" fmla="*/ 1403984 h 1827171"/>
                <a:gd name="connsiteX3" fmla="*/ 333899 w 2042739"/>
                <a:gd name="connsiteY3" fmla="*/ 1545008 h 1827171"/>
                <a:gd name="connsiteX4" fmla="*/ 103090 w 2042739"/>
                <a:gd name="connsiteY4" fmla="*/ 344602 h 1827171"/>
                <a:gd name="connsiteX0" fmla="*/ 123366 w 2063015"/>
                <a:gd name="connsiteY0" fmla="*/ 344602 h 1827171"/>
                <a:gd name="connsiteX1" fmla="*/ 1849821 w 2063015"/>
                <a:gd name="connsiteY1" fmla="*/ 304309 h 1827171"/>
                <a:gd name="connsiteX2" fmla="*/ 1920067 w 2063015"/>
                <a:gd name="connsiteY2" fmla="*/ 1403984 h 1827171"/>
                <a:gd name="connsiteX3" fmla="*/ 354175 w 2063015"/>
                <a:gd name="connsiteY3" fmla="*/ 1545008 h 1827171"/>
                <a:gd name="connsiteX4" fmla="*/ 123366 w 2063015"/>
                <a:gd name="connsiteY4" fmla="*/ 344602 h 18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15" h="1827171">
                  <a:moveTo>
                    <a:pt x="123366" y="344602"/>
                  </a:moveTo>
                  <a:cubicBezTo>
                    <a:pt x="819272" y="-212775"/>
                    <a:pt x="1364652" y="5473"/>
                    <a:pt x="1849821" y="304309"/>
                  </a:cubicBezTo>
                  <a:cubicBezTo>
                    <a:pt x="2040489" y="593639"/>
                    <a:pt x="2180982" y="993774"/>
                    <a:pt x="1920067" y="1403984"/>
                  </a:cubicBezTo>
                  <a:cubicBezTo>
                    <a:pt x="1598805" y="1622232"/>
                    <a:pt x="1187230" y="2152753"/>
                    <a:pt x="354175" y="1545008"/>
                  </a:cubicBezTo>
                  <a:cubicBezTo>
                    <a:pt x="-94065" y="1181805"/>
                    <a:pt x="-50576" y="868973"/>
                    <a:pt x="123366" y="344602"/>
                  </a:cubicBezTo>
                  <a:close/>
                </a:path>
              </a:pathLst>
            </a:custGeom>
            <a:blipFill>
              <a:blip r:embed="rId2"/>
              <a:stretch>
                <a:fillRect l="-1933" t="-137235" r="-202113" b="-25225"/>
              </a:stretch>
            </a:blipFill>
          </p:spPr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97569DB-D810-4B3F-A86E-42BF22F63DF3}"/>
                </a:ext>
              </a:extLst>
            </p:cNvPr>
            <p:cNvSpPr/>
            <p:nvPr/>
          </p:nvSpPr>
          <p:spPr>
            <a:xfrm>
              <a:off x="1047750" y="22873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6B1FF07-4A14-4B63-9582-F7ECFEC5C57C}"/>
              </a:ext>
            </a:extLst>
          </p:cNvPr>
          <p:cNvGrpSpPr/>
          <p:nvPr/>
        </p:nvGrpSpPr>
        <p:grpSpPr>
          <a:xfrm>
            <a:off x="9369906" y="862160"/>
            <a:ext cx="672274" cy="569342"/>
            <a:chOff x="968717" y="2728528"/>
            <a:chExt cx="672274" cy="569342"/>
          </a:xfrm>
        </p:grpSpPr>
        <p:sp>
          <p:nvSpPr>
            <p:cNvPr id="351" name="Freeform 27">
              <a:extLst>
                <a:ext uri="{FF2B5EF4-FFF2-40B4-BE49-F238E27FC236}">
                  <a16:creationId xmlns:a16="http://schemas.microsoft.com/office/drawing/2014/main" id="{55D7DA97-B5DE-4B3A-9E6B-7BEB373AAE4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2"/>
              <a:stretch>
                <a:fillRect l="-7920" t="-19093" r="-196126" b="-143366"/>
              </a:stretch>
            </a:blipFill>
          </p:spPr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2E62FBC0-B6BE-42ED-91D2-6B25531E4FE4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1" name="Rectángulo 360">
            <a:extLst>
              <a:ext uri="{FF2B5EF4-FFF2-40B4-BE49-F238E27FC236}">
                <a16:creationId xmlns:a16="http://schemas.microsoft.com/office/drawing/2014/main" id="{3DB9DEAE-EB83-4D49-94C2-AE99C0341418}"/>
              </a:ext>
            </a:extLst>
          </p:cNvPr>
          <p:cNvSpPr/>
          <p:nvPr/>
        </p:nvSpPr>
        <p:spPr>
          <a:xfrm flipH="1">
            <a:off x="1202013" y="6042631"/>
            <a:ext cx="9682824" cy="6769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                </a:t>
            </a:r>
            <a:endParaRPr lang="es-PE"/>
          </a:p>
        </p:txBody>
      </p:sp>
      <p:sp>
        <p:nvSpPr>
          <p:cNvPr id="362" name="TextBox 13">
            <a:extLst>
              <a:ext uri="{FF2B5EF4-FFF2-40B4-BE49-F238E27FC236}">
                <a16:creationId xmlns:a16="http://schemas.microsoft.com/office/drawing/2014/main" id="{77A7C5C9-A603-476A-8DEF-D9D384922414}"/>
              </a:ext>
            </a:extLst>
          </p:cNvPr>
          <p:cNvSpPr txBox="1"/>
          <p:nvPr/>
        </p:nvSpPr>
        <p:spPr>
          <a:xfrm>
            <a:off x="74843" y="6515195"/>
            <a:ext cx="2055384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ADMIN SIST.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511C727-0FD9-42A8-952F-19EED611416E}"/>
              </a:ext>
            </a:extLst>
          </p:cNvPr>
          <p:cNvGrpSpPr/>
          <p:nvPr/>
        </p:nvGrpSpPr>
        <p:grpSpPr>
          <a:xfrm>
            <a:off x="263047" y="5872338"/>
            <a:ext cx="677617" cy="575338"/>
            <a:chOff x="9742173" y="1021676"/>
            <a:chExt cx="677617" cy="575338"/>
          </a:xfrm>
        </p:grpSpPr>
        <p:sp>
          <p:nvSpPr>
            <p:cNvPr id="366" name="Freeform 8">
              <a:extLst>
                <a:ext uri="{FF2B5EF4-FFF2-40B4-BE49-F238E27FC236}">
                  <a16:creationId xmlns:a16="http://schemas.microsoft.com/office/drawing/2014/main" id="{8230747A-ED49-4EA2-BB3E-FE058AF16550}"/>
                </a:ext>
              </a:extLst>
            </p:cNvPr>
            <p:cNvSpPr/>
            <p:nvPr/>
          </p:nvSpPr>
          <p:spPr>
            <a:xfrm>
              <a:off x="9742173" y="1021676"/>
              <a:ext cx="677617" cy="575338"/>
            </a:xfrm>
            <a:custGeom>
              <a:avLst/>
              <a:gdLst>
                <a:gd name="connsiteX0" fmla="*/ 0 w 1989836"/>
                <a:gd name="connsiteY0" fmla="*/ 144333 h 2197642"/>
                <a:gd name="connsiteX1" fmla="*/ 1989836 w 1989836"/>
                <a:gd name="connsiteY1" fmla="*/ 0 h 2197642"/>
                <a:gd name="connsiteX2" fmla="*/ 1989836 w 1989836"/>
                <a:gd name="connsiteY2" fmla="*/ 2197642 h 2197642"/>
                <a:gd name="connsiteX3" fmla="*/ 92783 w 1989836"/>
                <a:gd name="connsiteY3" fmla="*/ 2197642 h 2197642"/>
                <a:gd name="connsiteX4" fmla="*/ 0 w 1989836"/>
                <a:gd name="connsiteY4" fmla="*/ 144333 h 2197642"/>
                <a:gd name="connsiteX0" fmla="*/ 0 w 1989836"/>
                <a:gd name="connsiteY0" fmla="*/ 285259 h 2338568"/>
                <a:gd name="connsiteX1" fmla="*/ 1989836 w 1989836"/>
                <a:gd name="connsiteY1" fmla="*/ 140926 h 2338568"/>
                <a:gd name="connsiteX2" fmla="*/ 1989836 w 1989836"/>
                <a:gd name="connsiteY2" fmla="*/ 2338568 h 2338568"/>
                <a:gd name="connsiteX3" fmla="*/ 92783 w 1989836"/>
                <a:gd name="connsiteY3" fmla="*/ 2338568 h 2338568"/>
                <a:gd name="connsiteX4" fmla="*/ 0 w 1989836"/>
                <a:gd name="connsiteY4" fmla="*/ 285259 h 2338568"/>
                <a:gd name="connsiteX0" fmla="*/ 400502 w 2390338"/>
                <a:gd name="connsiteY0" fmla="*/ 285259 h 2338568"/>
                <a:gd name="connsiteX1" fmla="*/ 2390338 w 2390338"/>
                <a:gd name="connsiteY1" fmla="*/ 140926 h 2338568"/>
                <a:gd name="connsiteX2" fmla="*/ 2390338 w 2390338"/>
                <a:gd name="connsiteY2" fmla="*/ 2338568 h 2338568"/>
                <a:gd name="connsiteX3" fmla="*/ 493285 w 2390338"/>
                <a:gd name="connsiteY3" fmla="*/ 2338568 h 2338568"/>
                <a:gd name="connsiteX4" fmla="*/ 400502 w 2390338"/>
                <a:gd name="connsiteY4" fmla="*/ 285259 h 2338568"/>
                <a:gd name="connsiteX0" fmla="*/ 336224 w 2326060"/>
                <a:gd name="connsiteY0" fmla="*/ 285259 h 2338568"/>
                <a:gd name="connsiteX1" fmla="*/ 2326060 w 2326060"/>
                <a:gd name="connsiteY1" fmla="*/ 140926 h 2338568"/>
                <a:gd name="connsiteX2" fmla="*/ 2326060 w 2326060"/>
                <a:gd name="connsiteY2" fmla="*/ 2338568 h 2338568"/>
                <a:gd name="connsiteX3" fmla="*/ 748598 w 2326060"/>
                <a:gd name="connsiteY3" fmla="*/ 2338568 h 2338568"/>
                <a:gd name="connsiteX4" fmla="*/ 336224 w 2326060"/>
                <a:gd name="connsiteY4" fmla="*/ 285259 h 2338568"/>
                <a:gd name="connsiteX0" fmla="*/ 409421 w 2399257"/>
                <a:gd name="connsiteY0" fmla="*/ 285259 h 2338568"/>
                <a:gd name="connsiteX1" fmla="*/ 2399257 w 2399257"/>
                <a:gd name="connsiteY1" fmla="*/ 140926 h 2338568"/>
                <a:gd name="connsiteX2" fmla="*/ 2399257 w 2399257"/>
                <a:gd name="connsiteY2" fmla="*/ 2338568 h 2338568"/>
                <a:gd name="connsiteX3" fmla="*/ 821795 w 2399257"/>
                <a:gd name="connsiteY3" fmla="*/ 2338568 h 2338568"/>
                <a:gd name="connsiteX4" fmla="*/ 409421 w 2399257"/>
                <a:gd name="connsiteY4" fmla="*/ 285259 h 2338568"/>
                <a:gd name="connsiteX0" fmla="*/ 409421 w 2399257"/>
                <a:gd name="connsiteY0" fmla="*/ 285259 h 2407297"/>
                <a:gd name="connsiteX1" fmla="*/ 2399257 w 2399257"/>
                <a:gd name="connsiteY1" fmla="*/ 140926 h 2407297"/>
                <a:gd name="connsiteX2" fmla="*/ 2399257 w 2399257"/>
                <a:gd name="connsiteY2" fmla="*/ 2338568 h 2407297"/>
                <a:gd name="connsiteX3" fmla="*/ 821795 w 2399257"/>
                <a:gd name="connsiteY3" fmla="*/ 2338568 h 2407297"/>
                <a:gd name="connsiteX4" fmla="*/ 409421 w 2399257"/>
                <a:gd name="connsiteY4" fmla="*/ 285259 h 2407297"/>
                <a:gd name="connsiteX0" fmla="*/ 409421 w 2543586"/>
                <a:gd name="connsiteY0" fmla="*/ 285259 h 2369566"/>
                <a:gd name="connsiteX1" fmla="*/ 2399257 w 2543586"/>
                <a:gd name="connsiteY1" fmla="*/ 140926 h 2369566"/>
                <a:gd name="connsiteX2" fmla="*/ 2543586 w 2543586"/>
                <a:gd name="connsiteY2" fmla="*/ 2018977 h 2369566"/>
                <a:gd name="connsiteX3" fmla="*/ 821795 w 2543586"/>
                <a:gd name="connsiteY3" fmla="*/ 2338568 h 2369566"/>
                <a:gd name="connsiteX4" fmla="*/ 409421 w 2543586"/>
                <a:gd name="connsiteY4" fmla="*/ 285259 h 2369566"/>
                <a:gd name="connsiteX0" fmla="*/ 409421 w 2543586"/>
                <a:gd name="connsiteY0" fmla="*/ 285259 h 2420674"/>
                <a:gd name="connsiteX1" fmla="*/ 2399257 w 2543586"/>
                <a:gd name="connsiteY1" fmla="*/ 140926 h 2420674"/>
                <a:gd name="connsiteX2" fmla="*/ 2543586 w 2543586"/>
                <a:gd name="connsiteY2" fmla="*/ 2018977 h 2420674"/>
                <a:gd name="connsiteX3" fmla="*/ 821795 w 2543586"/>
                <a:gd name="connsiteY3" fmla="*/ 2338568 h 2420674"/>
                <a:gd name="connsiteX4" fmla="*/ 409421 w 2543586"/>
                <a:gd name="connsiteY4" fmla="*/ 285259 h 2420674"/>
                <a:gd name="connsiteX0" fmla="*/ 409421 w 2877749"/>
                <a:gd name="connsiteY0" fmla="*/ 285259 h 2420674"/>
                <a:gd name="connsiteX1" fmla="*/ 2399257 w 2877749"/>
                <a:gd name="connsiteY1" fmla="*/ 140926 h 2420674"/>
                <a:gd name="connsiteX2" fmla="*/ 2543586 w 2877749"/>
                <a:gd name="connsiteY2" fmla="*/ 2018977 h 2420674"/>
                <a:gd name="connsiteX3" fmla="*/ 821795 w 2877749"/>
                <a:gd name="connsiteY3" fmla="*/ 2338568 h 2420674"/>
                <a:gd name="connsiteX4" fmla="*/ 409421 w 2877749"/>
                <a:gd name="connsiteY4" fmla="*/ 285259 h 2420674"/>
                <a:gd name="connsiteX0" fmla="*/ 409421 w 2887243"/>
                <a:gd name="connsiteY0" fmla="*/ 252395 h 2387810"/>
                <a:gd name="connsiteX1" fmla="*/ 2440494 w 2887243"/>
                <a:gd name="connsiteY1" fmla="*/ 221466 h 2387810"/>
                <a:gd name="connsiteX2" fmla="*/ 2543586 w 2887243"/>
                <a:gd name="connsiteY2" fmla="*/ 1986113 h 2387810"/>
                <a:gd name="connsiteX3" fmla="*/ 821795 w 2887243"/>
                <a:gd name="connsiteY3" fmla="*/ 2305704 h 2387810"/>
                <a:gd name="connsiteX4" fmla="*/ 409421 w 2887243"/>
                <a:gd name="connsiteY4" fmla="*/ 252395 h 2387810"/>
                <a:gd name="connsiteX0" fmla="*/ 409421 w 2933663"/>
                <a:gd name="connsiteY0" fmla="*/ 252395 h 2387810"/>
                <a:gd name="connsiteX1" fmla="*/ 2440494 w 2933663"/>
                <a:gd name="connsiteY1" fmla="*/ 221466 h 2387810"/>
                <a:gd name="connsiteX2" fmla="*/ 2543586 w 2933663"/>
                <a:gd name="connsiteY2" fmla="*/ 1986113 h 2387810"/>
                <a:gd name="connsiteX3" fmla="*/ 821795 w 2933663"/>
                <a:gd name="connsiteY3" fmla="*/ 2305704 h 2387810"/>
                <a:gd name="connsiteX4" fmla="*/ 409421 w 2933663"/>
                <a:gd name="connsiteY4" fmla="*/ 252395 h 2387810"/>
                <a:gd name="connsiteX0" fmla="*/ 409421 w 2933663"/>
                <a:gd name="connsiteY0" fmla="*/ 355443 h 2490858"/>
                <a:gd name="connsiteX1" fmla="*/ 2440494 w 2933663"/>
                <a:gd name="connsiteY1" fmla="*/ 324514 h 2490858"/>
                <a:gd name="connsiteX2" fmla="*/ 2543586 w 2933663"/>
                <a:gd name="connsiteY2" fmla="*/ 2089161 h 2490858"/>
                <a:gd name="connsiteX3" fmla="*/ 821795 w 2933663"/>
                <a:gd name="connsiteY3" fmla="*/ 2408752 h 2490858"/>
                <a:gd name="connsiteX4" fmla="*/ 409421 w 2933663"/>
                <a:gd name="connsiteY4" fmla="*/ 355443 h 249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3663" h="2490858">
                  <a:moveTo>
                    <a:pt x="409421" y="355443"/>
                  </a:moveTo>
                  <a:cubicBezTo>
                    <a:pt x="1196412" y="-218443"/>
                    <a:pt x="1725666" y="1489"/>
                    <a:pt x="2440494" y="324514"/>
                  </a:cubicBezTo>
                  <a:cubicBezTo>
                    <a:pt x="2694789" y="589705"/>
                    <a:pt x="3351150" y="1215721"/>
                    <a:pt x="2543586" y="2089161"/>
                  </a:cubicBezTo>
                  <a:cubicBezTo>
                    <a:pt x="2007457" y="2522151"/>
                    <a:pt x="1595040" y="2563393"/>
                    <a:pt x="821795" y="2408752"/>
                  </a:cubicBezTo>
                  <a:cubicBezTo>
                    <a:pt x="378492" y="2074835"/>
                    <a:pt x="-528726" y="1503798"/>
                    <a:pt x="409421" y="355443"/>
                  </a:cubicBezTo>
                  <a:close/>
                </a:path>
              </a:pathLst>
            </a:custGeom>
            <a:blipFill>
              <a:blip r:embed="rId2"/>
              <a:stretch>
                <a:fillRect l="-192075" t="-15044" r="-11971" b="-147416"/>
              </a:stretch>
            </a:blipFill>
          </p:spPr>
        </p:sp>
        <p:sp>
          <p:nvSpPr>
            <p:cNvPr id="365" name="Elipse 364">
              <a:extLst>
                <a:ext uri="{FF2B5EF4-FFF2-40B4-BE49-F238E27FC236}">
                  <a16:creationId xmlns:a16="http://schemas.microsoft.com/office/drawing/2014/main" id="{06141503-6256-4BEC-AFC8-BCC127BBAE2B}"/>
                </a:ext>
              </a:extLst>
            </p:cNvPr>
            <p:cNvSpPr/>
            <p:nvPr/>
          </p:nvSpPr>
          <p:spPr>
            <a:xfrm>
              <a:off x="9742386" y="1028400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67" name="TextBox 13">
            <a:extLst>
              <a:ext uri="{FF2B5EF4-FFF2-40B4-BE49-F238E27FC236}">
                <a16:creationId xmlns:a16="http://schemas.microsoft.com/office/drawing/2014/main" id="{7931D729-C08A-41A5-8C21-6B989C8BCA9D}"/>
              </a:ext>
            </a:extLst>
          </p:cNvPr>
          <p:cNvSpPr txBox="1"/>
          <p:nvPr/>
        </p:nvSpPr>
        <p:spPr>
          <a:xfrm>
            <a:off x="3525905" y="6275845"/>
            <a:ext cx="2453458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Admin. de usuarios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68" name="TextBox 13">
            <a:extLst>
              <a:ext uri="{FF2B5EF4-FFF2-40B4-BE49-F238E27FC236}">
                <a16:creationId xmlns:a16="http://schemas.microsoft.com/office/drawing/2014/main" id="{7EDBE96F-20C0-4525-A29D-D34F558AAAD3}"/>
              </a:ext>
            </a:extLst>
          </p:cNvPr>
          <p:cNvSpPr txBox="1"/>
          <p:nvPr/>
        </p:nvSpPr>
        <p:spPr>
          <a:xfrm>
            <a:off x="6195065" y="6272094"/>
            <a:ext cx="2055384" cy="204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Adm. de parámetros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3" name="TextBox 13">
            <a:extLst>
              <a:ext uri="{FF2B5EF4-FFF2-40B4-BE49-F238E27FC236}">
                <a16:creationId xmlns:a16="http://schemas.microsoft.com/office/drawing/2014/main" id="{7B6E0082-67D4-4397-8655-EE29C35A9C05}"/>
              </a:ext>
            </a:extLst>
          </p:cNvPr>
          <p:cNvSpPr txBox="1"/>
          <p:nvPr/>
        </p:nvSpPr>
        <p:spPr>
          <a:xfrm>
            <a:off x="1081912" y="1459952"/>
            <a:ext cx="2460397" cy="20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GERENCIA/ DIR.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6F9D5E10-22F2-46CA-BBCC-577828F3DB4F}"/>
              </a:ext>
            </a:extLst>
          </p:cNvPr>
          <p:cNvSpPr txBox="1"/>
          <p:nvPr/>
        </p:nvSpPr>
        <p:spPr>
          <a:xfrm>
            <a:off x="1371155" y="4109565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 cumplimiento de meta GAMCC 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D768F732-9C63-4EC9-86E2-316B84AE3F4F}"/>
              </a:ext>
            </a:extLst>
          </p:cNvPr>
          <p:cNvSpPr txBox="1"/>
          <p:nvPr/>
        </p:nvSpPr>
        <p:spPr>
          <a:xfrm>
            <a:off x="1371155" y="5130740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Ajustar recursos según demanda evaluada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60CA4369-5363-4A7E-ABA1-F68CFBD3900D}"/>
              </a:ext>
            </a:extLst>
          </p:cNvPr>
          <p:cNvSpPr txBox="1"/>
          <p:nvPr/>
        </p:nvSpPr>
        <p:spPr>
          <a:xfrm>
            <a:off x="1371155" y="3095864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Trazabilidad del proceso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9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2ED03036-CD35-435A-A411-3F7D94E6A04E}"/>
              </a:ext>
            </a:extLst>
          </p:cNvPr>
          <p:cNvSpPr txBox="1"/>
          <p:nvPr/>
        </p:nvSpPr>
        <p:spPr>
          <a:xfrm>
            <a:off x="1371153" y="2063826"/>
            <a:ext cx="1633938" cy="640368"/>
          </a:xfrm>
          <a:prstGeom prst="rect">
            <a:avLst/>
          </a:prstGeom>
          <a:solidFill>
            <a:srgbClr val="FFE6CD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u="sng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Seguimiento del avance a nivel nacional</a:t>
            </a:r>
            <a:endParaRPr lang="en-US" b="1" u="sng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EF8045-553F-4ED4-9700-7F6DE7FBFCE4}"/>
              </a:ext>
            </a:extLst>
          </p:cNvPr>
          <p:cNvGrpSpPr/>
          <p:nvPr/>
        </p:nvGrpSpPr>
        <p:grpSpPr>
          <a:xfrm>
            <a:off x="1795351" y="854320"/>
            <a:ext cx="669752" cy="570120"/>
            <a:chOff x="943863" y="3108784"/>
            <a:chExt cx="669752" cy="570120"/>
          </a:xfrm>
        </p:grpSpPr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1A1F351E-9F09-4AA7-80FF-21D4097BB515}"/>
                </a:ext>
              </a:extLst>
            </p:cNvPr>
            <p:cNvSpPr/>
            <p:nvPr/>
          </p:nvSpPr>
          <p:spPr>
            <a:xfrm>
              <a:off x="947623" y="3108784"/>
              <a:ext cx="664316" cy="569648"/>
            </a:xfrm>
            <a:custGeom>
              <a:avLst/>
              <a:gdLst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1918188"/>
                <a:gd name="connsiteY0" fmla="*/ 0 h 2197642"/>
                <a:gd name="connsiteX1" fmla="*/ 1918188 w 1918188"/>
                <a:gd name="connsiteY1" fmla="*/ 507248 h 2197642"/>
                <a:gd name="connsiteX2" fmla="*/ 1897053 w 1918188"/>
                <a:gd name="connsiteY2" fmla="*/ 2197642 h 2197642"/>
                <a:gd name="connsiteX3" fmla="*/ 0 w 1918188"/>
                <a:gd name="connsiteY3" fmla="*/ 2197642 h 2197642"/>
                <a:gd name="connsiteX4" fmla="*/ 0 w 1918188"/>
                <a:gd name="connsiteY4" fmla="*/ 0 h 2197642"/>
                <a:gd name="connsiteX0" fmla="*/ 0 w 2028697"/>
                <a:gd name="connsiteY0" fmla="*/ 0 h 2197642"/>
                <a:gd name="connsiteX1" fmla="*/ 1918188 w 2028697"/>
                <a:gd name="connsiteY1" fmla="*/ 507248 h 2197642"/>
                <a:gd name="connsiteX2" fmla="*/ 1897053 w 2028697"/>
                <a:gd name="connsiteY2" fmla="*/ 2197642 h 2197642"/>
                <a:gd name="connsiteX3" fmla="*/ 0 w 2028697"/>
                <a:gd name="connsiteY3" fmla="*/ 2197642 h 2197642"/>
                <a:gd name="connsiteX4" fmla="*/ 0 w 2028697"/>
                <a:gd name="connsiteY4" fmla="*/ 0 h 2197642"/>
                <a:gd name="connsiteX0" fmla="*/ 0 w 1981450"/>
                <a:gd name="connsiteY0" fmla="*/ 0 h 2197642"/>
                <a:gd name="connsiteX1" fmla="*/ 1918188 w 1981450"/>
                <a:gd name="connsiteY1" fmla="*/ 507248 h 2197642"/>
                <a:gd name="connsiteX2" fmla="*/ 1558887 w 1981450"/>
                <a:gd name="connsiteY2" fmla="*/ 1817206 h 2197642"/>
                <a:gd name="connsiteX3" fmla="*/ 0 w 1981450"/>
                <a:gd name="connsiteY3" fmla="*/ 2197642 h 2197642"/>
                <a:gd name="connsiteX4" fmla="*/ 0 w 1981450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2197642"/>
                <a:gd name="connsiteX1" fmla="*/ 1918188 w 2051396"/>
                <a:gd name="connsiteY1" fmla="*/ 507248 h 2197642"/>
                <a:gd name="connsiteX2" fmla="*/ 1558887 w 2051396"/>
                <a:gd name="connsiteY2" fmla="*/ 1817206 h 2197642"/>
                <a:gd name="connsiteX3" fmla="*/ 0 w 2051396"/>
                <a:gd name="connsiteY3" fmla="*/ 2197642 h 2197642"/>
                <a:gd name="connsiteX4" fmla="*/ 0 w 2051396"/>
                <a:gd name="connsiteY4" fmla="*/ 0 h 2197642"/>
                <a:gd name="connsiteX0" fmla="*/ 0 w 2051396"/>
                <a:gd name="connsiteY0" fmla="*/ 0 h 1855416"/>
                <a:gd name="connsiteX1" fmla="*/ 1918188 w 2051396"/>
                <a:gd name="connsiteY1" fmla="*/ 507248 h 1855416"/>
                <a:gd name="connsiteX2" fmla="*/ 1558887 w 2051396"/>
                <a:gd name="connsiteY2" fmla="*/ 1817206 h 1855416"/>
                <a:gd name="connsiteX3" fmla="*/ 105677 w 2051396"/>
                <a:gd name="connsiteY3" fmla="*/ 1658691 h 1855416"/>
                <a:gd name="connsiteX4" fmla="*/ 0 w 2051396"/>
                <a:gd name="connsiteY4" fmla="*/ 0 h 1855416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51396"/>
                <a:gd name="connsiteY0" fmla="*/ 0 h 1929030"/>
                <a:gd name="connsiteX1" fmla="*/ 1918188 w 2051396"/>
                <a:gd name="connsiteY1" fmla="*/ 507248 h 1929030"/>
                <a:gd name="connsiteX2" fmla="*/ 1558887 w 2051396"/>
                <a:gd name="connsiteY2" fmla="*/ 1817206 h 1929030"/>
                <a:gd name="connsiteX3" fmla="*/ 105677 w 2051396"/>
                <a:gd name="connsiteY3" fmla="*/ 1658691 h 1929030"/>
                <a:gd name="connsiteX4" fmla="*/ 0 w 2051396"/>
                <a:gd name="connsiteY4" fmla="*/ 0 h 1929030"/>
                <a:gd name="connsiteX0" fmla="*/ 0 w 2030261"/>
                <a:gd name="connsiteY0" fmla="*/ 191417 h 1697740"/>
                <a:gd name="connsiteX1" fmla="*/ 1897053 w 2030261"/>
                <a:gd name="connsiteY1" fmla="*/ 275958 h 1697740"/>
                <a:gd name="connsiteX2" fmla="*/ 1537752 w 2030261"/>
                <a:gd name="connsiteY2" fmla="*/ 1585916 h 1697740"/>
                <a:gd name="connsiteX3" fmla="*/ 84542 w 2030261"/>
                <a:gd name="connsiteY3" fmla="*/ 1427401 h 1697740"/>
                <a:gd name="connsiteX4" fmla="*/ 0 w 2030261"/>
                <a:gd name="connsiteY4" fmla="*/ 191417 h 1697740"/>
                <a:gd name="connsiteX0" fmla="*/ 0 w 2030261"/>
                <a:gd name="connsiteY0" fmla="*/ 389693 h 1896016"/>
                <a:gd name="connsiteX1" fmla="*/ 1897053 w 2030261"/>
                <a:gd name="connsiteY1" fmla="*/ 474234 h 1896016"/>
                <a:gd name="connsiteX2" fmla="*/ 1537752 w 2030261"/>
                <a:gd name="connsiteY2" fmla="*/ 1784192 h 1896016"/>
                <a:gd name="connsiteX3" fmla="*/ 84542 w 2030261"/>
                <a:gd name="connsiteY3" fmla="*/ 1625677 h 1896016"/>
                <a:gd name="connsiteX4" fmla="*/ 0 w 2030261"/>
                <a:gd name="connsiteY4" fmla="*/ 389693 h 1896016"/>
                <a:gd name="connsiteX0" fmla="*/ 165717 w 2195978"/>
                <a:gd name="connsiteY0" fmla="*/ 389693 h 1896016"/>
                <a:gd name="connsiteX1" fmla="*/ 2062770 w 2195978"/>
                <a:gd name="connsiteY1" fmla="*/ 474234 h 1896016"/>
                <a:gd name="connsiteX2" fmla="*/ 1703469 w 2195978"/>
                <a:gd name="connsiteY2" fmla="*/ 1784192 h 1896016"/>
                <a:gd name="connsiteX3" fmla="*/ 250259 w 2195978"/>
                <a:gd name="connsiteY3" fmla="*/ 1625677 h 1896016"/>
                <a:gd name="connsiteX4" fmla="*/ 165717 w 2195978"/>
                <a:gd name="connsiteY4" fmla="*/ 389693 h 1896016"/>
                <a:gd name="connsiteX0" fmla="*/ 180845 w 2211106"/>
                <a:gd name="connsiteY0" fmla="*/ 389693 h 1896016"/>
                <a:gd name="connsiteX1" fmla="*/ 2077898 w 2211106"/>
                <a:gd name="connsiteY1" fmla="*/ 474234 h 1896016"/>
                <a:gd name="connsiteX2" fmla="*/ 1718597 w 2211106"/>
                <a:gd name="connsiteY2" fmla="*/ 1784192 h 1896016"/>
                <a:gd name="connsiteX3" fmla="*/ 265387 w 2211106"/>
                <a:gd name="connsiteY3" fmla="*/ 1625677 h 1896016"/>
                <a:gd name="connsiteX4" fmla="*/ 180845 w 2211106"/>
                <a:gd name="connsiteY4" fmla="*/ 389693 h 189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1106" h="1896016">
                  <a:moveTo>
                    <a:pt x="180845" y="389693"/>
                  </a:moveTo>
                  <a:cubicBezTo>
                    <a:pt x="788537" y="-106988"/>
                    <a:pt x="1554747" y="-180961"/>
                    <a:pt x="2077898" y="474234"/>
                  </a:cubicBezTo>
                  <a:cubicBezTo>
                    <a:pt x="2335043" y="1143375"/>
                    <a:pt x="2222323" y="1315836"/>
                    <a:pt x="1718597" y="1784192"/>
                  </a:cubicBezTo>
                  <a:cubicBezTo>
                    <a:pt x="1072156" y="1953275"/>
                    <a:pt x="890692" y="1953275"/>
                    <a:pt x="265387" y="1625677"/>
                  </a:cubicBezTo>
                  <a:cubicBezTo>
                    <a:pt x="163232" y="1520143"/>
                    <a:pt x="-224247" y="1108151"/>
                    <a:pt x="180845" y="389693"/>
                  </a:cubicBezTo>
                  <a:close/>
                </a:path>
              </a:pathLst>
            </a:custGeom>
            <a:blipFill>
              <a:blip r:embed="rId2"/>
              <a:stretch>
                <a:fillRect l="-97708" t="-17477" r="-106338" b="-144983"/>
              </a:stretch>
            </a:blipFill>
          </p:spPr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0438A3C-1EB2-4B87-B3B9-9A547FEAA3F9}"/>
                </a:ext>
              </a:extLst>
            </p:cNvPr>
            <p:cNvSpPr/>
            <p:nvPr/>
          </p:nvSpPr>
          <p:spPr>
            <a:xfrm>
              <a:off x="943863" y="311341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94" name="TextBox 13">
            <a:extLst>
              <a:ext uri="{FF2B5EF4-FFF2-40B4-BE49-F238E27FC236}">
                <a16:creationId xmlns:a16="http://schemas.microsoft.com/office/drawing/2014/main" id="{EF2E5226-39BB-46BB-88B1-D467FB54A3F8}"/>
              </a:ext>
            </a:extLst>
          </p:cNvPr>
          <p:cNvSpPr txBox="1"/>
          <p:nvPr/>
        </p:nvSpPr>
        <p:spPr>
          <a:xfrm>
            <a:off x="3451867" y="4087291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Medición y análisis histórico 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2643A7FD-C5C0-43D6-A174-1074623D2A37}"/>
              </a:ext>
            </a:extLst>
          </p:cNvPr>
          <p:cNvSpPr txBox="1"/>
          <p:nvPr/>
        </p:nvSpPr>
        <p:spPr>
          <a:xfrm>
            <a:off x="3451867" y="2069237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Documentación centralizada</a:t>
            </a:r>
          </a:p>
          <a:p>
            <a:pPr algn="ctr">
              <a:lnSpc>
                <a:spcPts val="1679"/>
              </a:lnSpc>
            </a:pP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E4D74B9A-E64E-43B7-AB9F-DFEE9459DCA5}"/>
              </a:ext>
            </a:extLst>
          </p:cNvPr>
          <p:cNvSpPr txBox="1"/>
          <p:nvPr/>
        </p:nvSpPr>
        <p:spPr>
          <a:xfrm>
            <a:off x="3616358" y="1442496"/>
            <a:ext cx="1830049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GESTOR GAMCC</a:t>
            </a: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96F34E21-A22A-4ACE-B24E-4B392AC92A2E}"/>
              </a:ext>
            </a:extLst>
          </p:cNvPr>
          <p:cNvSpPr txBox="1"/>
          <p:nvPr/>
        </p:nvSpPr>
        <p:spPr>
          <a:xfrm>
            <a:off x="3464631" y="3087393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Análisis sobre resultados del proceso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9" name="TextBox 13">
            <a:extLst>
              <a:ext uri="{FF2B5EF4-FFF2-40B4-BE49-F238E27FC236}">
                <a16:creationId xmlns:a16="http://schemas.microsoft.com/office/drawing/2014/main" id="{A3D9BF61-473A-4E9E-B836-8AB89E11B834}"/>
              </a:ext>
            </a:extLst>
          </p:cNvPr>
          <p:cNvSpPr txBox="1"/>
          <p:nvPr/>
        </p:nvSpPr>
        <p:spPr>
          <a:xfrm>
            <a:off x="3464631" y="5130740"/>
            <a:ext cx="1633938" cy="640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Refuerzo capacitaciones por resultados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BF7006C-AB5F-486F-8D4D-57F42A6AF8FD}"/>
              </a:ext>
            </a:extLst>
          </p:cNvPr>
          <p:cNvGrpSpPr/>
          <p:nvPr/>
        </p:nvGrpSpPr>
        <p:grpSpPr>
          <a:xfrm>
            <a:off x="3861631" y="855816"/>
            <a:ext cx="671965" cy="565486"/>
            <a:chOff x="806241" y="1666868"/>
            <a:chExt cx="671965" cy="565486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2C3614B6-A9A8-4965-9BF1-058132B34CB3}"/>
                </a:ext>
              </a:extLst>
            </p:cNvPr>
            <p:cNvSpPr/>
            <p:nvPr/>
          </p:nvSpPr>
          <p:spPr>
            <a:xfrm>
              <a:off x="814613" y="1666868"/>
              <a:ext cx="663593" cy="561871"/>
            </a:xfrm>
            <a:custGeom>
              <a:avLst/>
              <a:gdLst>
                <a:gd name="connsiteX0" fmla="*/ 0 w 2051352"/>
                <a:gd name="connsiteY0" fmla="*/ 0 h 2197642"/>
                <a:gd name="connsiteX1" fmla="*/ 2051352 w 2051352"/>
                <a:gd name="connsiteY1" fmla="*/ 335881 h 2197642"/>
                <a:gd name="connsiteX2" fmla="*/ 1897053 w 2051352"/>
                <a:gd name="connsiteY2" fmla="*/ 2197642 h 2197642"/>
                <a:gd name="connsiteX3" fmla="*/ 0 w 2051352"/>
                <a:gd name="connsiteY3" fmla="*/ 2197642 h 2197642"/>
                <a:gd name="connsiteX4" fmla="*/ 0 w 2051352"/>
                <a:gd name="connsiteY4" fmla="*/ 0 h 2197642"/>
                <a:gd name="connsiteX0" fmla="*/ 0 w 2051352"/>
                <a:gd name="connsiteY0" fmla="*/ 62200 h 2259842"/>
                <a:gd name="connsiteX1" fmla="*/ 2051352 w 2051352"/>
                <a:gd name="connsiteY1" fmla="*/ 398081 h 2259842"/>
                <a:gd name="connsiteX2" fmla="*/ 1897053 w 2051352"/>
                <a:gd name="connsiteY2" fmla="*/ 2259842 h 2259842"/>
                <a:gd name="connsiteX3" fmla="*/ 0 w 2051352"/>
                <a:gd name="connsiteY3" fmla="*/ 2259842 h 2259842"/>
                <a:gd name="connsiteX4" fmla="*/ 0 w 2051352"/>
                <a:gd name="connsiteY4" fmla="*/ 62200 h 2259842"/>
                <a:gd name="connsiteX0" fmla="*/ 338599 w 2389951"/>
                <a:gd name="connsiteY0" fmla="*/ 62200 h 2259842"/>
                <a:gd name="connsiteX1" fmla="*/ 2389951 w 2389951"/>
                <a:gd name="connsiteY1" fmla="*/ 398081 h 2259842"/>
                <a:gd name="connsiteX2" fmla="*/ 2235652 w 2389951"/>
                <a:gd name="connsiteY2" fmla="*/ 2259842 h 2259842"/>
                <a:gd name="connsiteX3" fmla="*/ 338599 w 2389951"/>
                <a:gd name="connsiteY3" fmla="*/ 2259842 h 2259842"/>
                <a:gd name="connsiteX4" fmla="*/ 338599 w 2389951"/>
                <a:gd name="connsiteY4" fmla="*/ 62200 h 2259842"/>
                <a:gd name="connsiteX0" fmla="*/ 336117 w 2397111"/>
                <a:gd name="connsiteY0" fmla="*/ 167461 h 2201962"/>
                <a:gd name="connsiteX1" fmla="*/ 2397111 w 2397111"/>
                <a:gd name="connsiteY1" fmla="*/ 340201 h 2201962"/>
                <a:gd name="connsiteX2" fmla="*/ 2242812 w 2397111"/>
                <a:gd name="connsiteY2" fmla="*/ 2201962 h 2201962"/>
                <a:gd name="connsiteX3" fmla="*/ 345759 w 2397111"/>
                <a:gd name="connsiteY3" fmla="*/ 2201962 h 2201962"/>
                <a:gd name="connsiteX4" fmla="*/ 336117 w 2397111"/>
                <a:gd name="connsiteY4" fmla="*/ 167461 h 2201962"/>
                <a:gd name="connsiteX0" fmla="*/ 336117 w 2397111"/>
                <a:gd name="connsiteY0" fmla="*/ 275063 h 2309564"/>
                <a:gd name="connsiteX1" fmla="*/ 2397111 w 2397111"/>
                <a:gd name="connsiteY1" fmla="*/ 447803 h 2309564"/>
                <a:gd name="connsiteX2" fmla="*/ 2242812 w 2397111"/>
                <a:gd name="connsiteY2" fmla="*/ 2309564 h 2309564"/>
                <a:gd name="connsiteX3" fmla="*/ 345759 w 2397111"/>
                <a:gd name="connsiteY3" fmla="*/ 2309564 h 2309564"/>
                <a:gd name="connsiteX4" fmla="*/ 336117 w 2397111"/>
                <a:gd name="connsiteY4" fmla="*/ 275063 h 2309564"/>
                <a:gd name="connsiteX0" fmla="*/ 282165 w 2343159"/>
                <a:gd name="connsiteY0" fmla="*/ 275063 h 2309564"/>
                <a:gd name="connsiteX1" fmla="*/ 2343159 w 2343159"/>
                <a:gd name="connsiteY1" fmla="*/ 447803 h 2309564"/>
                <a:gd name="connsiteX2" fmla="*/ 2188860 w 2343159"/>
                <a:gd name="connsiteY2" fmla="*/ 2309564 h 2309564"/>
                <a:gd name="connsiteX3" fmla="*/ 542546 w 2343159"/>
                <a:gd name="connsiteY3" fmla="*/ 2108037 h 2309564"/>
                <a:gd name="connsiteX4" fmla="*/ 282165 w 2343159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309564"/>
                <a:gd name="connsiteX1" fmla="*/ 2479226 w 2479226"/>
                <a:gd name="connsiteY1" fmla="*/ 447803 h 2309564"/>
                <a:gd name="connsiteX2" fmla="*/ 2324927 w 2479226"/>
                <a:gd name="connsiteY2" fmla="*/ 2309564 h 2309564"/>
                <a:gd name="connsiteX3" fmla="*/ 678613 w 2479226"/>
                <a:gd name="connsiteY3" fmla="*/ 2108037 h 2309564"/>
                <a:gd name="connsiteX4" fmla="*/ 418232 w 2479226"/>
                <a:gd name="connsiteY4" fmla="*/ 275063 h 2309564"/>
                <a:gd name="connsiteX0" fmla="*/ 418232 w 2479226"/>
                <a:gd name="connsiteY0" fmla="*/ 275063 h 2190818"/>
                <a:gd name="connsiteX1" fmla="*/ 2479226 w 2479226"/>
                <a:gd name="connsiteY1" fmla="*/ 447803 h 2190818"/>
                <a:gd name="connsiteX2" fmla="*/ 2324927 w 2479226"/>
                <a:gd name="connsiteY2" fmla="*/ 1935297 h 2190818"/>
                <a:gd name="connsiteX3" fmla="*/ 678613 w 2479226"/>
                <a:gd name="connsiteY3" fmla="*/ 2108037 h 2190818"/>
                <a:gd name="connsiteX4" fmla="*/ 418232 w 2479226"/>
                <a:gd name="connsiteY4" fmla="*/ 275063 h 2190818"/>
                <a:gd name="connsiteX0" fmla="*/ 418232 w 2479226"/>
                <a:gd name="connsiteY0" fmla="*/ 275063 h 2264371"/>
                <a:gd name="connsiteX1" fmla="*/ 2479226 w 2479226"/>
                <a:gd name="connsiteY1" fmla="*/ 447803 h 2264371"/>
                <a:gd name="connsiteX2" fmla="*/ 2324927 w 2479226"/>
                <a:gd name="connsiteY2" fmla="*/ 1935297 h 2264371"/>
                <a:gd name="connsiteX3" fmla="*/ 678613 w 2479226"/>
                <a:gd name="connsiteY3" fmla="*/ 2108037 h 2264371"/>
                <a:gd name="connsiteX4" fmla="*/ 418232 w 2479226"/>
                <a:gd name="connsiteY4" fmla="*/ 275063 h 2264371"/>
                <a:gd name="connsiteX0" fmla="*/ 418232 w 2540990"/>
                <a:gd name="connsiteY0" fmla="*/ 275063 h 2264371"/>
                <a:gd name="connsiteX1" fmla="*/ 2479226 w 2540990"/>
                <a:gd name="connsiteY1" fmla="*/ 447803 h 2264371"/>
                <a:gd name="connsiteX2" fmla="*/ 2324927 w 2540990"/>
                <a:gd name="connsiteY2" fmla="*/ 1935297 h 2264371"/>
                <a:gd name="connsiteX3" fmla="*/ 678613 w 2540990"/>
                <a:gd name="connsiteY3" fmla="*/ 2108037 h 2264371"/>
                <a:gd name="connsiteX4" fmla="*/ 418232 w 2540990"/>
                <a:gd name="connsiteY4" fmla="*/ 275063 h 2264371"/>
                <a:gd name="connsiteX0" fmla="*/ 418232 w 2687449"/>
                <a:gd name="connsiteY0" fmla="*/ 275063 h 2264371"/>
                <a:gd name="connsiteX1" fmla="*/ 2479226 w 2687449"/>
                <a:gd name="connsiteY1" fmla="*/ 447803 h 2264371"/>
                <a:gd name="connsiteX2" fmla="*/ 2324927 w 2687449"/>
                <a:gd name="connsiteY2" fmla="*/ 1935297 h 2264371"/>
                <a:gd name="connsiteX3" fmla="*/ 678613 w 2687449"/>
                <a:gd name="connsiteY3" fmla="*/ 2108037 h 2264371"/>
                <a:gd name="connsiteX4" fmla="*/ 418232 w 2687449"/>
                <a:gd name="connsiteY4" fmla="*/ 275063 h 226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7449" h="2264371">
                  <a:moveTo>
                    <a:pt x="418232" y="275063"/>
                  </a:moveTo>
                  <a:cubicBezTo>
                    <a:pt x="880210" y="31950"/>
                    <a:pt x="1486844" y="-268741"/>
                    <a:pt x="2479226" y="447803"/>
                  </a:cubicBezTo>
                  <a:cubicBezTo>
                    <a:pt x="2813540" y="1116370"/>
                    <a:pt x="2733176" y="1525839"/>
                    <a:pt x="2324927" y="1935297"/>
                  </a:cubicBezTo>
                  <a:cubicBezTo>
                    <a:pt x="1679722" y="2271173"/>
                    <a:pt x="1468474" y="2386341"/>
                    <a:pt x="678613" y="2108037"/>
                  </a:cubicBezTo>
                  <a:cubicBezTo>
                    <a:pt x="51774" y="1672985"/>
                    <a:pt x="-343621" y="1362682"/>
                    <a:pt x="418232" y="275063"/>
                  </a:cubicBezTo>
                  <a:close/>
                </a:path>
              </a:pathLst>
            </a:custGeom>
            <a:blipFill>
              <a:blip r:embed="rId2"/>
              <a:stretch>
                <a:fillRect l="-199819" t="-142400" r="-4227" b="-20059"/>
              </a:stretch>
            </a:blipFill>
          </p:spPr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8644B3C5-7281-4C7D-B9FE-0F4E8C00BBDB}"/>
                </a:ext>
              </a:extLst>
            </p:cNvPr>
            <p:cNvSpPr/>
            <p:nvPr/>
          </p:nvSpPr>
          <p:spPr>
            <a:xfrm>
              <a:off x="806241" y="166686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02D318B-5EFC-492C-919D-85EB71C5FC47}"/>
              </a:ext>
            </a:extLst>
          </p:cNvPr>
          <p:cNvGrpSpPr/>
          <p:nvPr/>
        </p:nvGrpSpPr>
        <p:grpSpPr>
          <a:xfrm>
            <a:off x="1418472" y="2890370"/>
            <a:ext cx="3632781" cy="2040875"/>
            <a:chOff x="817781" y="3362036"/>
            <a:chExt cx="10755383" cy="2040875"/>
          </a:xfrm>
        </p:grpSpPr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FD173AAB-B023-4A63-A9E0-10F942DD8C40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3" y="3362036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216C7B2C-FE57-4001-8E26-71E53BB3A589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2" y="4368439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45727007-8A90-4C25-A8B8-4881C9CA7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7781" y="5402911"/>
              <a:ext cx="10755381" cy="0"/>
            </a:xfrm>
            <a:prstGeom prst="line">
              <a:avLst/>
            </a:prstGeom>
            <a:ln w="381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7DF2817-D09C-4A06-A9A1-D56D6F152068}"/>
              </a:ext>
            </a:extLst>
          </p:cNvPr>
          <p:cNvCxnSpPr>
            <a:cxnSpLocks/>
          </p:cNvCxnSpPr>
          <p:nvPr/>
        </p:nvCxnSpPr>
        <p:spPr>
          <a:xfrm>
            <a:off x="1476665" y="1944148"/>
            <a:ext cx="3632781" cy="0"/>
          </a:xfrm>
          <a:prstGeom prst="line">
            <a:avLst/>
          </a:prstGeom>
          <a:ln w="38100">
            <a:solidFill>
              <a:schemeClr val="tx2">
                <a:lumMod val="9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13">
            <a:extLst>
              <a:ext uri="{FF2B5EF4-FFF2-40B4-BE49-F238E27FC236}">
                <a16:creationId xmlns:a16="http://schemas.microsoft.com/office/drawing/2014/main" id="{D1C7C676-7B41-44F2-AC18-6B90DCA75476}"/>
              </a:ext>
            </a:extLst>
          </p:cNvPr>
          <p:cNvSpPr txBox="1"/>
          <p:nvPr/>
        </p:nvSpPr>
        <p:spPr>
          <a:xfrm>
            <a:off x="5085569" y="1446338"/>
            <a:ext cx="1845374" cy="64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>
                <a:solidFill>
                  <a:schemeClr val="accent2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COORD. IPRESS (Jefe de Calidad)</a:t>
            </a:r>
          </a:p>
          <a:p>
            <a:pPr algn="ctr">
              <a:lnSpc>
                <a:spcPts val="1679"/>
              </a:lnSpc>
            </a:pPr>
            <a:endParaRPr lang="en-US" sz="1399" b="1" dirty="0">
              <a:solidFill>
                <a:schemeClr val="accent2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3" name="TextBox 13">
            <a:extLst>
              <a:ext uri="{FF2B5EF4-FFF2-40B4-BE49-F238E27FC236}">
                <a16:creationId xmlns:a16="http://schemas.microsoft.com/office/drawing/2014/main" id="{234FD5B9-E335-4D37-BD64-863F8B2C57A4}"/>
              </a:ext>
            </a:extLst>
          </p:cNvPr>
          <p:cNvSpPr txBox="1"/>
          <p:nvPr/>
        </p:nvSpPr>
        <p:spPr>
          <a:xfrm>
            <a:off x="7095156" y="2992582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Guía en linea de sustentación de criterios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4" name="TextBox 13">
            <a:hlinkClick r:id="rId7" action="ppaction://hlinksldjump"/>
            <a:extLst>
              <a:ext uri="{FF2B5EF4-FFF2-40B4-BE49-F238E27FC236}">
                <a16:creationId xmlns:a16="http://schemas.microsoft.com/office/drawing/2014/main" id="{BD4E9D50-FBDB-4F13-B545-EC2521D43B1F}"/>
              </a:ext>
            </a:extLst>
          </p:cNvPr>
          <p:cNvSpPr txBox="1"/>
          <p:nvPr/>
        </p:nvSpPr>
        <p:spPr>
          <a:xfrm>
            <a:off x="7093345" y="4080235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Generación de plantillas para Resoluciones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5" name="TextBox 13">
            <a:hlinkClick r:id="rId8" action="ppaction://hlinksldjump"/>
            <a:extLst>
              <a:ext uri="{FF2B5EF4-FFF2-40B4-BE49-F238E27FC236}">
                <a16:creationId xmlns:a16="http://schemas.microsoft.com/office/drawing/2014/main" id="{3573E2E2-03AD-4454-974F-56587A8C15C9}"/>
              </a:ext>
            </a:extLst>
          </p:cNvPr>
          <p:cNvSpPr txBox="1"/>
          <p:nvPr/>
        </p:nvSpPr>
        <p:spPr>
          <a:xfrm>
            <a:off x="7093345" y="2046360"/>
            <a:ext cx="1633938" cy="640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>
                <a:solidFill>
                  <a:schemeClr val="accent1"/>
                </a:solidFill>
                <a:latin typeface="Arial Bold"/>
                <a:ea typeface="Arial Bold"/>
                <a:cs typeface="Arial Bold"/>
                <a:sym typeface="Arial Bold"/>
              </a:rPr>
              <a:t>Validación sustento documentario</a:t>
            </a:r>
            <a:endParaRPr lang="en-US" b="1" dirty="0">
              <a:solidFill>
                <a:schemeClr val="accent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65178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2" y="272036"/>
            <a:ext cx="8193209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RED : GENERACION MULTIPLE DE RESOLUCIONES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0BF713-E4F4-46B0-A631-8924E642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2"/>
            <a:ext cx="12192000" cy="6836636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0E5F061E-1D2D-42EF-85BF-9820E4F3092C}"/>
              </a:ext>
            </a:extLst>
          </p:cNvPr>
          <p:cNvGrpSpPr/>
          <p:nvPr/>
        </p:nvGrpSpPr>
        <p:grpSpPr>
          <a:xfrm>
            <a:off x="11528275" y="41057"/>
            <a:ext cx="518445" cy="461958"/>
            <a:chOff x="968717" y="2728528"/>
            <a:chExt cx="672274" cy="569342"/>
          </a:xfrm>
        </p:grpSpPr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B9681ACE-C604-45D9-90CE-86DC9701D469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3"/>
              <a:stretch>
                <a:fillRect l="-7920" t="-19093" r="-196126" b="-143366"/>
              </a:stretch>
            </a:blipFill>
          </p:spPr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D3C1A639-C070-4EAA-861C-307C76CEB256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1797122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2" y="272036"/>
            <a:ext cx="8193209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RED : GENERACION MULTIPLE DE RESOLUCIONES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9075AC-EE88-4FF2-85CA-27F3F1D59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D01BF28-B042-484E-B58C-BC32C8FE4EBE}"/>
              </a:ext>
            </a:extLst>
          </p:cNvPr>
          <p:cNvGrpSpPr/>
          <p:nvPr/>
        </p:nvGrpSpPr>
        <p:grpSpPr>
          <a:xfrm>
            <a:off x="11528275" y="41057"/>
            <a:ext cx="518445" cy="461958"/>
            <a:chOff x="968717" y="2728528"/>
            <a:chExt cx="672274" cy="569342"/>
          </a:xfrm>
        </p:grpSpPr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54545CDD-9BC9-4922-A001-D8D5CB24F371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3"/>
              <a:stretch>
                <a:fillRect l="-7920" t="-19093" r="-196126" b="-143366"/>
              </a:stretch>
            </a:blipFill>
          </p:spPr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2A96CF04-1021-414D-AD65-9A7692799F4B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979686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2" y="272036"/>
            <a:ext cx="8193209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RED : GENERACION MULTIPLE DE RESOLUCIONES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29E8D5-3934-4649-BA9C-1B3ED8340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338" y="0"/>
            <a:ext cx="8735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45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2" y="272036"/>
            <a:ext cx="8193209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RED : GENERACION MULTIPLE DE RESOLUCIONES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89A358-BF35-43D1-B2F2-22705A44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5" y="0"/>
            <a:ext cx="11939224" cy="6674265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CCF623F8-3784-4018-AAA9-125A4AA1263C}"/>
              </a:ext>
            </a:extLst>
          </p:cNvPr>
          <p:cNvGrpSpPr/>
          <p:nvPr/>
        </p:nvGrpSpPr>
        <p:grpSpPr>
          <a:xfrm>
            <a:off x="11528275" y="41057"/>
            <a:ext cx="518445" cy="461958"/>
            <a:chOff x="968717" y="2728528"/>
            <a:chExt cx="672274" cy="569342"/>
          </a:xfrm>
        </p:grpSpPr>
        <p:sp>
          <p:nvSpPr>
            <p:cNvPr id="5" name="Freeform 27">
              <a:extLst>
                <a:ext uri="{FF2B5EF4-FFF2-40B4-BE49-F238E27FC236}">
                  <a16:creationId xmlns:a16="http://schemas.microsoft.com/office/drawing/2014/main" id="{538DEEFB-0FD3-42AC-9896-BC483ECB2572}"/>
                </a:ext>
              </a:extLst>
            </p:cNvPr>
            <p:cNvSpPr/>
            <p:nvPr/>
          </p:nvSpPr>
          <p:spPr>
            <a:xfrm>
              <a:off x="980362" y="2741661"/>
              <a:ext cx="660629" cy="556209"/>
            </a:xfrm>
            <a:custGeom>
              <a:avLst/>
              <a:gdLst>
                <a:gd name="connsiteX0" fmla="*/ 0 w 1897053"/>
                <a:gd name="connsiteY0" fmla="*/ 0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0 w 1897053"/>
                <a:gd name="connsiteY4" fmla="*/ 0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20218 w 1897053"/>
                <a:gd name="connsiteY0" fmla="*/ 424576 h 2197642"/>
                <a:gd name="connsiteX1" fmla="*/ 1897053 w 1897053"/>
                <a:gd name="connsiteY1" fmla="*/ 0 h 2197642"/>
                <a:gd name="connsiteX2" fmla="*/ 1897053 w 1897053"/>
                <a:gd name="connsiteY2" fmla="*/ 2197642 h 2197642"/>
                <a:gd name="connsiteX3" fmla="*/ 0 w 1897053"/>
                <a:gd name="connsiteY3" fmla="*/ 2197642 h 2197642"/>
                <a:gd name="connsiteX4" fmla="*/ 20218 w 1897053"/>
                <a:gd name="connsiteY4" fmla="*/ 424576 h 2197642"/>
                <a:gd name="connsiteX0" fmla="*/ 146129 w 2022964"/>
                <a:gd name="connsiteY0" fmla="*/ 424576 h 2197642"/>
                <a:gd name="connsiteX1" fmla="*/ 2022964 w 2022964"/>
                <a:gd name="connsiteY1" fmla="*/ 0 h 2197642"/>
                <a:gd name="connsiteX2" fmla="*/ 2022964 w 2022964"/>
                <a:gd name="connsiteY2" fmla="*/ 2197642 h 2197642"/>
                <a:gd name="connsiteX3" fmla="*/ 125911 w 2022964"/>
                <a:gd name="connsiteY3" fmla="*/ 2197642 h 2197642"/>
                <a:gd name="connsiteX4" fmla="*/ 146129 w 2022964"/>
                <a:gd name="connsiteY4" fmla="*/ 424576 h 2197642"/>
                <a:gd name="connsiteX0" fmla="*/ 96485 w 1973320"/>
                <a:gd name="connsiteY0" fmla="*/ 424576 h 2197642"/>
                <a:gd name="connsiteX1" fmla="*/ 1973320 w 1973320"/>
                <a:gd name="connsiteY1" fmla="*/ 0 h 2197642"/>
                <a:gd name="connsiteX2" fmla="*/ 1973320 w 1973320"/>
                <a:gd name="connsiteY2" fmla="*/ 2197642 h 2197642"/>
                <a:gd name="connsiteX3" fmla="*/ 349209 w 1973320"/>
                <a:gd name="connsiteY3" fmla="*/ 1752848 h 2197642"/>
                <a:gd name="connsiteX4" fmla="*/ 96485 w 1973320"/>
                <a:gd name="connsiteY4" fmla="*/ 424576 h 2197642"/>
                <a:gd name="connsiteX0" fmla="*/ 147224 w 2024059"/>
                <a:gd name="connsiteY0" fmla="*/ 424576 h 2197642"/>
                <a:gd name="connsiteX1" fmla="*/ 2024059 w 2024059"/>
                <a:gd name="connsiteY1" fmla="*/ 0 h 2197642"/>
                <a:gd name="connsiteX2" fmla="*/ 2024059 w 2024059"/>
                <a:gd name="connsiteY2" fmla="*/ 2197642 h 2197642"/>
                <a:gd name="connsiteX3" fmla="*/ 399948 w 2024059"/>
                <a:gd name="connsiteY3" fmla="*/ 1752848 h 2197642"/>
                <a:gd name="connsiteX4" fmla="*/ 147224 w 2024059"/>
                <a:gd name="connsiteY4" fmla="*/ 424576 h 2197642"/>
                <a:gd name="connsiteX0" fmla="*/ 147224 w 2024059"/>
                <a:gd name="connsiteY0" fmla="*/ 424576 h 1752848"/>
                <a:gd name="connsiteX1" fmla="*/ 2024059 w 2024059"/>
                <a:gd name="connsiteY1" fmla="*/ 0 h 1752848"/>
                <a:gd name="connsiteX2" fmla="*/ 1852207 w 2024059"/>
                <a:gd name="connsiteY2" fmla="*/ 1631541 h 1752848"/>
                <a:gd name="connsiteX3" fmla="*/ 399948 w 2024059"/>
                <a:gd name="connsiteY3" fmla="*/ 1752848 h 1752848"/>
                <a:gd name="connsiteX4" fmla="*/ 147224 w 2024059"/>
                <a:gd name="connsiteY4" fmla="*/ 424576 h 1752848"/>
                <a:gd name="connsiteX0" fmla="*/ 147224 w 2024059"/>
                <a:gd name="connsiteY0" fmla="*/ 424576 h 1872560"/>
                <a:gd name="connsiteX1" fmla="*/ 2024059 w 2024059"/>
                <a:gd name="connsiteY1" fmla="*/ 0 h 1872560"/>
                <a:gd name="connsiteX2" fmla="*/ 1852207 w 2024059"/>
                <a:gd name="connsiteY2" fmla="*/ 1631541 h 1872560"/>
                <a:gd name="connsiteX3" fmla="*/ 399948 w 2024059"/>
                <a:gd name="connsiteY3" fmla="*/ 1752848 h 1872560"/>
                <a:gd name="connsiteX4" fmla="*/ 147224 w 2024059"/>
                <a:gd name="connsiteY4" fmla="*/ 424576 h 1872560"/>
                <a:gd name="connsiteX0" fmla="*/ 147224 w 2024059"/>
                <a:gd name="connsiteY0" fmla="*/ 424576 h 1957609"/>
                <a:gd name="connsiteX1" fmla="*/ 2024059 w 2024059"/>
                <a:gd name="connsiteY1" fmla="*/ 0 h 1957609"/>
                <a:gd name="connsiteX2" fmla="*/ 1852207 w 2024059"/>
                <a:gd name="connsiteY2" fmla="*/ 1631541 h 1957609"/>
                <a:gd name="connsiteX3" fmla="*/ 399948 w 2024059"/>
                <a:gd name="connsiteY3" fmla="*/ 1752848 h 1957609"/>
                <a:gd name="connsiteX4" fmla="*/ 147224 w 2024059"/>
                <a:gd name="connsiteY4" fmla="*/ 424576 h 1957609"/>
                <a:gd name="connsiteX0" fmla="*/ 147224 w 1882534"/>
                <a:gd name="connsiteY0" fmla="*/ 142328 h 1675361"/>
                <a:gd name="connsiteX1" fmla="*/ 1882534 w 1882534"/>
                <a:gd name="connsiteY1" fmla="*/ 223200 h 1675361"/>
                <a:gd name="connsiteX2" fmla="*/ 1852207 w 1882534"/>
                <a:gd name="connsiteY2" fmla="*/ 1349293 h 1675361"/>
                <a:gd name="connsiteX3" fmla="*/ 399948 w 1882534"/>
                <a:gd name="connsiteY3" fmla="*/ 1470600 h 1675361"/>
                <a:gd name="connsiteX4" fmla="*/ 147224 w 1882534"/>
                <a:gd name="connsiteY4" fmla="*/ 142328 h 1675361"/>
                <a:gd name="connsiteX0" fmla="*/ 147224 w 1882534"/>
                <a:gd name="connsiteY0" fmla="*/ 290686 h 1823719"/>
                <a:gd name="connsiteX1" fmla="*/ 1882534 w 1882534"/>
                <a:gd name="connsiteY1" fmla="*/ 371558 h 1823719"/>
                <a:gd name="connsiteX2" fmla="*/ 1852207 w 1882534"/>
                <a:gd name="connsiteY2" fmla="*/ 1497651 h 1823719"/>
                <a:gd name="connsiteX3" fmla="*/ 399948 w 1882534"/>
                <a:gd name="connsiteY3" fmla="*/ 1618958 h 1823719"/>
                <a:gd name="connsiteX4" fmla="*/ 147224 w 1882534"/>
                <a:gd name="connsiteY4" fmla="*/ 290686 h 1823719"/>
                <a:gd name="connsiteX0" fmla="*/ 147224 w 2052326"/>
                <a:gd name="connsiteY0" fmla="*/ 290686 h 1823719"/>
                <a:gd name="connsiteX1" fmla="*/ 1882534 w 2052326"/>
                <a:gd name="connsiteY1" fmla="*/ 371558 h 1823719"/>
                <a:gd name="connsiteX2" fmla="*/ 1852207 w 2052326"/>
                <a:gd name="connsiteY2" fmla="*/ 1497651 h 1823719"/>
                <a:gd name="connsiteX3" fmla="*/ 399948 w 2052326"/>
                <a:gd name="connsiteY3" fmla="*/ 1618958 h 1823719"/>
                <a:gd name="connsiteX4" fmla="*/ 147224 w 2052326"/>
                <a:gd name="connsiteY4" fmla="*/ 290686 h 1823719"/>
                <a:gd name="connsiteX0" fmla="*/ 147224 w 2103390"/>
                <a:gd name="connsiteY0" fmla="*/ 290686 h 1823719"/>
                <a:gd name="connsiteX1" fmla="*/ 1882534 w 2103390"/>
                <a:gd name="connsiteY1" fmla="*/ 371558 h 1823719"/>
                <a:gd name="connsiteX2" fmla="*/ 1852207 w 2103390"/>
                <a:gd name="connsiteY2" fmla="*/ 1497651 h 1823719"/>
                <a:gd name="connsiteX3" fmla="*/ 399948 w 2103390"/>
                <a:gd name="connsiteY3" fmla="*/ 1618958 h 1823719"/>
                <a:gd name="connsiteX4" fmla="*/ 147224 w 2103390"/>
                <a:gd name="connsiteY4" fmla="*/ 290686 h 1823719"/>
                <a:gd name="connsiteX0" fmla="*/ 147224 w 2103390"/>
                <a:gd name="connsiteY0" fmla="*/ 290686 h 1786776"/>
                <a:gd name="connsiteX1" fmla="*/ 1882534 w 2103390"/>
                <a:gd name="connsiteY1" fmla="*/ 371558 h 1786776"/>
                <a:gd name="connsiteX2" fmla="*/ 1852207 w 2103390"/>
                <a:gd name="connsiteY2" fmla="*/ 1497651 h 1786776"/>
                <a:gd name="connsiteX3" fmla="*/ 399948 w 2103390"/>
                <a:gd name="connsiteY3" fmla="*/ 1618958 h 1786776"/>
                <a:gd name="connsiteX4" fmla="*/ 147224 w 2103390"/>
                <a:gd name="connsiteY4" fmla="*/ 290686 h 1786776"/>
                <a:gd name="connsiteX0" fmla="*/ 147224 w 2103390"/>
                <a:gd name="connsiteY0" fmla="*/ 290686 h 1797506"/>
                <a:gd name="connsiteX1" fmla="*/ 1882534 w 2103390"/>
                <a:gd name="connsiteY1" fmla="*/ 371558 h 1797506"/>
                <a:gd name="connsiteX2" fmla="*/ 1852207 w 2103390"/>
                <a:gd name="connsiteY2" fmla="*/ 1497651 h 1797506"/>
                <a:gd name="connsiteX3" fmla="*/ 399948 w 2103390"/>
                <a:gd name="connsiteY3" fmla="*/ 1618958 h 1797506"/>
                <a:gd name="connsiteX4" fmla="*/ 147224 w 2103390"/>
                <a:gd name="connsiteY4" fmla="*/ 290686 h 1797506"/>
                <a:gd name="connsiteX0" fmla="*/ 147224 w 2103390"/>
                <a:gd name="connsiteY0" fmla="*/ 314652 h 1770927"/>
                <a:gd name="connsiteX1" fmla="*/ 1882534 w 2103390"/>
                <a:gd name="connsiteY1" fmla="*/ 344979 h 1770927"/>
                <a:gd name="connsiteX2" fmla="*/ 1852207 w 2103390"/>
                <a:gd name="connsiteY2" fmla="*/ 1471072 h 1770927"/>
                <a:gd name="connsiteX3" fmla="*/ 399948 w 2103390"/>
                <a:gd name="connsiteY3" fmla="*/ 1592379 h 1770927"/>
                <a:gd name="connsiteX4" fmla="*/ 147224 w 2103390"/>
                <a:gd name="connsiteY4" fmla="*/ 314652 h 17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390" h="1770927">
                  <a:moveTo>
                    <a:pt x="147224" y="314652"/>
                  </a:moveTo>
                  <a:cubicBezTo>
                    <a:pt x="803162" y="-99815"/>
                    <a:pt x="1570300" y="-120034"/>
                    <a:pt x="1882534" y="344979"/>
                  </a:cubicBezTo>
                  <a:cubicBezTo>
                    <a:pt x="2276783" y="791106"/>
                    <a:pt x="2064495" y="1126036"/>
                    <a:pt x="1852207" y="1471072"/>
                  </a:cubicBezTo>
                  <a:cubicBezTo>
                    <a:pt x="1206378" y="1885538"/>
                    <a:pt x="873925" y="1814776"/>
                    <a:pt x="399948" y="1592379"/>
                  </a:cubicBezTo>
                  <a:cubicBezTo>
                    <a:pt x="83202" y="1446151"/>
                    <a:pt x="-172894" y="1006764"/>
                    <a:pt x="147224" y="314652"/>
                  </a:cubicBezTo>
                  <a:close/>
                </a:path>
              </a:pathLst>
            </a:custGeom>
            <a:blipFill>
              <a:blip r:embed="rId3"/>
              <a:stretch>
                <a:fillRect l="-7920" t="-19093" r="-196126" b="-143366"/>
              </a:stretch>
            </a:blipFill>
          </p:spPr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F16B64F0-8FAD-4102-9364-92C61813333A}"/>
                </a:ext>
              </a:extLst>
            </p:cNvPr>
            <p:cNvSpPr/>
            <p:nvPr/>
          </p:nvSpPr>
          <p:spPr>
            <a:xfrm>
              <a:off x="968717" y="2728528"/>
              <a:ext cx="669752" cy="56548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199750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2" y="272036"/>
            <a:ext cx="8193209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RED : GENERACION MULTIPLE DE RESOLUCIONES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80AC74-BC8E-4566-B8D3-F0DB84C0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04"/>
          <a:stretch/>
        </p:blipFill>
        <p:spPr>
          <a:xfrm>
            <a:off x="1082730" y="89634"/>
            <a:ext cx="10462639" cy="66787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5390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67210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9F0C0C1-FB22-4FF9-BED6-A44349EC4655}"/>
              </a:ext>
            </a:extLst>
          </p:cNvPr>
          <p:cNvSpPr/>
          <p:nvPr/>
        </p:nvSpPr>
        <p:spPr>
          <a:xfrm>
            <a:off x="1" y="1976581"/>
            <a:ext cx="12192000" cy="2927928"/>
          </a:xfrm>
          <a:prstGeom prst="rect">
            <a:avLst/>
          </a:prstGeom>
          <a:solidFill>
            <a:srgbClr val="00AF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6C6A4E9-E684-4295-9E94-152B00DA4ED6}"/>
              </a:ext>
            </a:extLst>
          </p:cNvPr>
          <p:cNvSpPr/>
          <p:nvPr/>
        </p:nvSpPr>
        <p:spPr>
          <a:xfrm>
            <a:off x="1843351" y="3050860"/>
            <a:ext cx="8667975" cy="46195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ADICIONALES: </a:t>
            </a:r>
          </a:p>
          <a:p>
            <a:pPr algn="ctr"/>
            <a:r>
              <a:rPr lang="es-ES" sz="4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REGISTRO DE ASISTENCIAS TECNICAS/ CAPACITACIONES</a:t>
            </a:r>
            <a:endParaRPr lang="es-ES" sz="4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71538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REGISTRO SOLICITUDES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E6E4250-D61B-4BFA-AADD-1CECDA3F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8" y="0"/>
            <a:ext cx="12112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87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REGISTRO SOLICITUDES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69F337-084A-46D9-9ED7-2C0DAB3C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19" y="1026160"/>
            <a:ext cx="9995573" cy="537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13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11489E6-3863-4B3D-87BE-CBCA0146C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8" y="0"/>
            <a:ext cx="12171923" cy="68580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DASHBOARD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Imagen 9">
            <a:hlinkClick r:id="rId4" action="ppaction://hlinksldjump"/>
            <a:extLst>
              <a:ext uri="{FF2B5EF4-FFF2-40B4-BE49-F238E27FC236}">
                <a16:creationId xmlns:a16="http://schemas.microsoft.com/office/drawing/2014/main" id="{D2C02B7C-A4FF-4BF3-8F61-EB5CB3517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540" y="3454127"/>
            <a:ext cx="1119378" cy="928846"/>
          </a:xfrm>
          <a:prstGeom prst="rect">
            <a:avLst/>
          </a:prstGeom>
        </p:spPr>
      </p:pic>
      <p:pic>
        <p:nvPicPr>
          <p:cNvPr id="12" name="Imagen 11">
            <a:hlinkClick r:id="rId6" action="ppaction://hlinksldjump"/>
            <a:extLst>
              <a:ext uri="{FF2B5EF4-FFF2-40B4-BE49-F238E27FC236}">
                <a16:creationId xmlns:a16="http://schemas.microsoft.com/office/drawing/2014/main" id="{782E3611-D094-4214-A969-929E67C0DD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22" y="3464735"/>
            <a:ext cx="1119378" cy="90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63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CAPACITACIONES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C36A08F-4510-4638-9E50-382C2C21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900700"/>
            <a:ext cx="10164594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2182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11489E6-3863-4B3D-87BE-CBCA0146C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8" y="0"/>
            <a:ext cx="12171923" cy="68580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74BF2B-5B0C-48F4-A612-6B195889E4F4}"/>
              </a:ext>
            </a:extLst>
          </p:cNvPr>
          <p:cNvSpPr/>
          <p:nvPr/>
        </p:nvSpPr>
        <p:spPr>
          <a:xfrm>
            <a:off x="2520973" y="272036"/>
            <a:ext cx="7705486" cy="461958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 IPRESS : DASHBOARD</a:t>
            </a:r>
            <a:endParaRPr lang="es-ES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Imagen 9">
            <a:hlinkClick r:id="rId4" action="ppaction://hlinksldjump"/>
            <a:extLst>
              <a:ext uri="{FF2B5EF4-FFF2-40B4-BE49-F238E27FC236}">
                <a16:creationId xmlns:a16="http://schemas.microsoft.com/office/drawing/2014/main" id="{D2C02B7C-A4FF-4BF3-8F61-EB5CB3517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540" y="3454127"/>
            <a:ext cx="1119378" cy="928846"/>
          </a:xfrm>
          <a:prstGeom prst="rect">
            <a:avLst/>
          </a:prstGeom>
        </p:spPr>
      </p:pic>
      <p:pic>
        <p:nvPicPr>
          <p:cNvPr id="12" name="Imagen 11">
            <a:hlinkClick r:id="rId6" action="ppaction://hlinksldjump"/>
            <a:extLst>
              <a:ext uri="{FF2B5EF4-FFF2-40B4-BE49-F238E27FC236}">
                <a16:creationId xmlns:a16="http://schemas.microsoft.com/office/drawing/2014/main" id="{782E3611-D094-4214-A969-929E67C0DD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22" y="3464735"/>
            <a:ext cx="1119378" cy="90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42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5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02855"/>
      </a:accent1>
      <a:accent2>
        <a:srgbClr val="005EB8"/>
      </a:accent2>
      <a:accent3>
        <a:srgbClr val="C1C6C8"/>
      </a:accent3>
      <a:accent4>
        <a:srgbClr val="3EB792"/>
      </a:accent4>
      <a:accent5>
        <a:srgbClr val="7CCA62"/>
      </a:accent5>
      <a:accent6>
        <a:srgbClr val="A5C249"/>
      </a:accent6>
      <a:hlink>
        <a:srgbClr val="0070C0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ersonalizado 5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02855"/>
    </a:accent1>
    <a:accent2>
      <a:srgbClr val="005EB8"/>
    </a:accent2>
    <a:accent3>
      <a:srgbClr val="C1C6C8"/>
    </a:accent3>
    <a:accent4>
      <a:srgbClr val="3EB792"/>
    </a:accent4>
    <a:accent5>
      <a:srgbClr val="7CCA62"/>
    </a:accent5>
    <a:accent6>
      <a:srgbClr val="A5C249"/>
    </a:accent6>
    <a:hlink>
      <a:srgbClr val="0070C0"/>
    </a:hlink>
    <a:folHlink>
      <a:srgbClr val="7030A0"/>
    </a:folHlink>
  </a:clrScheme>
</a:themeOverride>
</file>

<file path=ppt/theme/themeOverride2.xml><?xml version="1.0" encoding="utf-8"?>
<a:themeOverride xmlns:a="http://schemas.openxmlformats.org/drawingml/2006/main">
  <a:clrScheme name="Personalizado 5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02855"/>
    </a:accent1>
    <a:accent2>
      <a:srgbClr val="005EB8"/>
    </a:accent2>
    <a:accent3>
      <a:srgbClr val="C1C6C8"/>
    </a:accent3>
    <a:accent4>
      <a:srgbClr val="3EB792"/>
    </a:accent4>
    <a:accent5>
      <a:srgbClr val="7CCA62"/>
    </a:accent5>
    <a:accent6>
      <a:srgbClr val="A5C249"/>
    </a:accent6>
    <a:hlink>
      <a:srgbClr val="0070C0"/>
    </a:hlink>
    <a:folHlink>
      <a:srgbClr val="7030A0"/>
    </a:folHlink>
  </a:clrScheme>
</a:themeOverride>
</file>

<file path=ppt/theme/themeOverride3.xml><?xml version="1.0" encoding="utf-8"?>
<a:themeOverride xmlns:a="http://schemas.openxmlformats.org/drawingml/2006/main">
  <a:clrScheme name="Personalizado 5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02855"/>
    </a:accent1>
    <a:accent2>
      <a:srgbClr val="005EB8"/>
    </a:accent2>
    <a:accent3>
      <a:srgbClr val="C1C6C8"/>
    </a:accent3>
    <a:accent4>
      <a:srgbClr val="3EB792"/>
    </a:accent4>
    <a:accent5>
      <a:srgbClr val="7CCA62"/>
    </a:accent5>
    <a:accent6>
      <a:srgbClr val="A5C249"/>
    </a:accent6>
    <a:hlink>
      <a:srgbClr val="0070C0"/>
    </a:hlink>
    <a:folHlink>
      <a:srgbClr val="7030A0"/>
    </a:folHlink>
  </a:clrScheme>
</a:themeOverride>
</file>

<file path=ppt/theme/themeOverride4.xml><?xml version="1.0" encoding="utf-8"?>
<a:themeOverride xmlns:a="http://schemas.openxmlformats.org/drawingml/2006/main">
  <a:clrScheme name="Personalizado 5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02855"/>
    </a:accent1>
    <a:accent2>
      <a:srgbClr val="005EB8"/>
    </a:accent2>
    <a:accent3>
      <a:srgbClr val="C1C6C8"/>
    </a:accent3>
    <a:accent4>
      <a:srgbClr val="3EB792"/>
    </a:accent4>
    <a:accent5>
      <a:srgbClr val="7CCA62"/>
    </a:accent5>
    <a:accent6>
      <a:srgbClr val="A5C249"/>
    </a:accent6>
    <a:hlink>
      <a:srgbClr val="0070C0"/>
    </a:hlink>
    <a:folHlink>
      <a:srgbClr val="7030A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5279</TotalTime>
  <Words>1134</Words>
  <Application>Microsoft Office PowerPoint</Application>
  <PresentationFormat>Panorámica</PresentationFormat>
  <Paragraphs>247</Paragraphs>
  <Slides>45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0" baseType="lpstr">
      <vt:lpstr>Arial</vt:lpstr>
      <vt:lpstr>Arial Bold</vt:lpstr>
      <vt:lpstr>Calibri</vt:lpstr>
      <vt:lpstr>Tahoma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</dc:creator>
  <cp:lastModifiedBy>OGCYH GAMC 01</cp:lastModifiedBy>
  <cp:revision>289</cp:revision>
  <dcterms:created xsi:type="dcterms:W3CDTF">2021-11-08T16:04:05Z</dcterms:created>
  <dcterms:modified xsi:type="dcterms:W3CDTF">2025-09-19T17:38:30Z</dcterms:modified>
</cp:coreProperties>
</file>